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04E50-333F-3C1C-B0FB-C57315F313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1170EB0-7BED-7983-0FAB-5F630648DA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37E9EF-E08E-C065-6DDA-605D63581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5EE1D-73FE-4D6D-BD94-72F9880F2225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ADE72E-5281-A872-FAD0-0918B6641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3EBAC3-81D3-8C76-C26A-C68A46DCD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57411-91B1-42E5-9FAD-F393F203F8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9645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8AC97B-149C-AE20-1C0A-397D40D0F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64A9DA-D3A0-983E-55F0-B0D11B8972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3ECAE6-E9D8-8A5E-991D-8F4B6A81E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5EE1D-73FE-4D6D-BD94-72F9880F2225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19FEA5-D6CB-0D46-275A-CB0A2E371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0A2A58-C30E-C971-C4B0-03654CF9B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57411-91B1-42E5-9FAD-F393F203F8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8626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BED932-A628-9B83-1D3E-0A3BD6570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503CC5-EBA7-47C7-A325-7E7A5F82B9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4E0BDB-CDD4-6085-3572-B7060E3B7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5EE1D-73FE-4D6D-BD94-72F9880F2225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9F4B38-01DC-8C85-736C-E3D08851D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21631D-0A18-991B-315C-3ACB741FF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57411-91B1-42E5-9FAD-F393F203F8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8039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19145A-B384-683C-420F-F72F50C9A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74CA8B-D3E3-2D69-0B2A-3C69C324FD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704F291-40B2-0A11-49FE-56C6D2010A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58FEC1D-A4E2-AE03-AF45-34C824A15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5EE1D-73FE-4D6D-BD94-72F9880F2225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0B5EC20-5B26-C51B-A722-5EE9A07B8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F6FAB6A-D36D-5AC0-363D-91A18743E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57411-91B1-42E5-9FAD-F393F203F8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5453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1C9395-D13C-44C0-61EB-74C992319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82CCEB-3880-89ED-0A3B-5063A9B7CB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2A51EA2-87B5-3705-3E45-BBFE2B1533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DB7D747-9CBC-1A56-EA3E-1975DE8DBB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161146A-3FE3-4465-5340-1AC5864DD6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5FAB5B5-69E8-A3C1-1477-0A6AE2235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5EE1D-73FE-4D6D-BD94-72F9880F2225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C29DC40-26E9-B465-C74C-797F5AFDD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D2DD123-87D9-E175-03B6-4EA8C6133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57411-91B1-42E5-9FAD-F393F203F8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3965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C7C271-B796-EE54-57EE-DEE2FBC64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AD7E480-3005-8354-2272-EC8E9AB75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5EE1D-73FE-4D6D-BD94-72F9880F2225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053CFED-3D80-90F6-E283-A06AD8D89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9833271-7735-270C-7A0F-F360AA4A7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57411-91B1-42E5-9FAD-F393F203F8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2883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472ED5B-4351-7B70-C325-7AD923A86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5EE1D-73FE-4D6D-BD94-72F9880F2225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D1BE83B-B9B8-0664-09EC-8E847AF2A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8355B7-81A8-9A22-7199-8D0A22B34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57411-91B1-42E5-9FAD-F393F203F8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5265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B883B8-3E8A-F700-CDB0-333BD88CD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A62700-20EF-3526-97E1-064B23FA2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A2149D8-AFE1-F892-AC25-210BFF8033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AA8CA9A-7CCE-77A9-9AED-E289701EE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5EE1D-73FE-4D6D-BD94-72F9880F2225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5F76B6B-7C89-9064-A64B-F80579090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D5DA1B5-1D51-1017-309E-72BA944EC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57411-91B1-42E5-9FAD-F393F203F8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472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4B2F3D-6DFA-9289-E132-9777A2117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E9B9074-A36E-C39F-23A4-709A0AA3CF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FDE7194-CCEC-6DB3-4451-2B45D07864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5F0F118-6448-866E-14D9-0262F6287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5EE1D-73FE-4D6D-BD94-72F9880F2225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304E0E-A346-01FF-E6F1-BFAC2324A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5F433E0-A576-FFA1-7057-5E0C39615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57411-91B1-42E5-9FAD-F393F203F8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9519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29FD7D-6BB7-CCFB-A773-4FBBDCA8B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DF1360A-D9A0-C3DE-9E98-E56E90A35C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F079EF-A59F-6C89-942F-032E45F14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5EE1D-73FE-4D6D-BD94-72F9880F2225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7F5914-1410-295E-73F5-2CC3D7A09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D7B429-C37C-DEF6-229F-4E6AEC3C3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57411-91B1-42E5-9FAD-F393F203F8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3826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5A8F2AD-6268-650B-082F-BCC8F75C29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E11FD0-C19A-3AE2-DAC1-202C5CD09E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CFF6B5-EC91-9093-DF39-A78F58A46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5EE1D-73FE-4D6D-BD94-72F9880F2225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3EA8CF-343D-1AED-8AA1-D43846843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6EC496-45E6-F5FB-96CC-CF3F14FCD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57411-91B1-42E5-9FAD-F393F203F8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4255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F708289-90A7-0DB7-4C66-FC6569CC8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9F9FF74-DA63-C00C-87A2-F90BF36575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EA3AB6-A92B-8438-211A-2C5FF6AFF0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05EE1D-73FE-4D6D-BD94-72F9880F2225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0BE9D8-9C1F-DD39-B1AF-F1AEBCD148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E07625-C7FC-BC1F-391D-9ADA29D7B3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457411-91B1-42E5-9FAD-F393F203F8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0910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1B52B9E-802B-26FE-42DB-4C744857CE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12" y="187960"/>
            <a:ext cx="11763744" cy="648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512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E2F6C-717A-AD70-3982-E5344FA98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652C0B2-3A52-2978-34C4-A63A582B56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67" y="160020"/>
            <a:ext cx="11899265" cy="635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787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A7100-0CD0-A812-0913-C07462A6C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493F5F2-E316-F890-359D-68904AC67C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7" y="106680"/>
            <a:ext cx="12165623" cy="664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396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F2BA3-748A-F171-B746-3D6E04DCF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5332F6B-498B-4137-8D77-9389E1EBA9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74" y="120967"/>
            <a:ext cx="12031346" cy="663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235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6B292-1A5D-6EEA-77E1-9568735CC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862401E-986A-E67F-6A07-FCFEF32C93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4" y="101600"/>
            <a:ext cx="12042531" cy="6563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538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A5CC9-670D-3868-AD5C-669D6719A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CB5F210-FBF4-9628-186E-38C3F6A5A1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" y="0"/>
            <a:ext cx="121894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309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E52EA-69BC-687A-5E16-16E10768C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F6C2F00-BA13-286A-174C-CDA6C6A0DD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" y="0"/>
            <a:ext cx="121894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58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4177B-DA02-4274-0449-4836948BE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5911BD0-3958-B475-C0F1-2D0870B8E6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" y="0"/>
            <a:ext cx="121894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704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429EE-CACF-4C60-3827-EC307376C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852EF9B-0033-2D8F-F067-3C9507AA28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" y="0"/>
            <a:ext cx="121894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183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DF0608BF-FC4A-DB23-D12A-FAF888BF80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" y="0"/>
            <a:ext cx="121894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13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81A06-8642-49E7-9628-12ADA15EE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9A4B671-C669-413C-7E08-2FBBD95B64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" y="0"/>
            <a:ext cx="121894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151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F125C-0D74-1260-CFDA-39B62AADD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5F7CBAF-374A-4323-80A3-2FDB465210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443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751E9-11C8-D803-8120-E24CF42EC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37868ED-3DED-0A70-E86B-80D7DF4DDD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" y="0"/>
            <a:ext cx="121894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7865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CF140-9C45-EF94-1CB5-99203D9EA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832DEA-9D6B-50E9-5123-B0C1C8A7B8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34" y="0"/>
            <a:ext cx="119921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1072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725E2-C531-B42A-C348-BC023081E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8EB7527-92A7-5993-2346-3B6B86E236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34"/>
            <a:ext cx="12192000" cy="684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4833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0F77F-38EC-22AF-7379-670D16A88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90B20A3-17B3-A16A-AAA6-C35E026DBB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" y="0"/>
            <a:ext cx="121894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6500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E8AED-92C8-CD88-D862-1E6945F3B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62D62AA-D216-64AA-BCDC-A3DFDFC626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" y="0"/>
            <a:ext cx="121894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5969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FF702-A9F8-D5EF-9338-7F17F93F0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FABFDDB-9BE5-BE9E-D52A-E8BB0E187A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" y="0"/>
            <a:ext cx="121894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8993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C5AD5-362C-03F0-FD4F-A1388DD7D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C58E51C-1892-67CD-B0A5-5B3B3694F9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" y="0"/>
            <a:ext cx="121894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0813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F17B1-F94D-7286-3A6A-7E213E132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E80A462-21BA-9297-099F-C4F9697C6A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" y="0"/>
            <a:ext cx="121894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5331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87B08-A787-1768-0677-9DA29A8CF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3BBB0A6-26E1-A1F7-390B-BD8BE4980B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" y="0"/>
            <a:ext cx="121894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709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7EB27-1ED2-7A10-5A54-DC920DD83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F85C15B-D53F-1068-D827-D9FF7153A7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" y="0"/>
            <a:ext cx="121894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4544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C2A94-A373-A5E0-3303-C7570DEC4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7BDC73F-3D63-02E4-B1F5-5A4BF53A6F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" y="0"/>
            <a:ext cx="121894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4605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CAE72-74A4-0805-A185-D5A8202F7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E7AA79A-F44C-D431-24F8-6008950E24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" y="0"/>
            <a:ext cx="121894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3801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1C965-2F1E-FFF4-B206-FB317A46B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D9CA5B9-958B-1C27-5C2B-BB36E399D7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" y="0"/>
            <a:ext cx="121894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6054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23A6C-D9EB-9A38-8DE1-D6F726034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6DD9F73-D714-F904-ADD4-ED00751AB3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" y="0"/>
            <a:ext cx="121894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5468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81CFC-2DCD-A639-BACC-B03247AEB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FF8CBA2-E569-EBE4-D056-D93973878C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" y="0"/>
            <a:ext cx="121894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165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0</Words>
  <Application>Microsoft Office PowerPoint</Application>
  <PresentationFormat>宽屏</PresentationFormat>
  <Paragraphs>0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1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a47993</dc:creator>
  <cp:lastModifiedBy>a47993</cp:lastModifiedBy>
  <cp:revision>5</cp:revision>
  <dcterms:created xsi:type="dcterms:W3CDTF">2026-07-28T10:38:39Z</dcterms:created>
  <dcterms:modified xsi:type="dcterms:W3CDTF">2026-07-28T13:49:13Z</dcterms:modified>
</cp:coreProperties>
</file>