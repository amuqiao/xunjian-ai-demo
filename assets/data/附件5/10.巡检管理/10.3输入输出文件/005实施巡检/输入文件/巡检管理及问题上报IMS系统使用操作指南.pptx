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46"/>
  </p:handoutMasterIdLst>
  <p:sldIdLst>
    <p:sldId id="257" r:id="rId4"/>
    <p:sldId id="606" r:id="rId6"/>
    <p:sldId id="795" r:id="rId7"/>
    <p:sldId id="758" r:id="rId8"/>
    <p:sldId id="782" r:id="rId9"/>
    <p:sldId id="781" r:id="rId10"/>
    <p:sldId id="780" r:id="rId11"/>
    <p:sldId id="783" r:id="rId12"/>
    <p:sldId id="784" r:id="rId13"/>
    <p:sldId id="785" r:id="rId14"/>
    <p:sldId id="786" r:id="rId15"/>
    <p:sldId id="787" r:id="rId16"/>
    <p:sldId id="788" r:id="rId17"/>
    <p:sldId id="778" r:id="rId18"/>
    <p:sldId id="779" r:id="rId19"/>
    <p:sldId id="760" r:id="rId20"/>
    <p:sldId id="761" r:id="rId21"/>
    <p:sldId id="763" r:id="rId22"/>
    <p:sldId id="771" r:id="rId23"/>
    <p:sldId id="765" r:id="rId24"/>
    <p:sldId id="766" r:id="rId25"/>
    <p:sldId id="713" r:id="rId26"/>
    <p:sldId id="775" r:id="rId27"/>
    <p:sldId id="767" r:id="rId28"/>
    <p:sldId id="773" r:id="rId29"/>
    <p:sldId id="768" r:id="rId30"/>
    <p:sldId id="774" r:id="rId31"/>
    <p:sldId id="792" r:id="rId32"/>
    <p:sldId id="789" r:id="rId33"/>
    <p:sldId id="793" r:id="rId34"/>
    <p:sldId id="797" r:id="rId35"/>
    <p:sldId id="791" r:id="rId36"/>
    <p:sldId id="798" r:id="rId37"/>
    <p:sldId id="776" r:id="rId38"/>
    <p:sldId id="794" r:id="rId39"/>
    <p:sldId id="762" r:id="rId40"/>
    <p:sldId id="769" r:id="rId41"/>
    <p:sldId id="801" r:id="rId42"/>
    <p:sldId id="802" r:id="rId43"/>
    <p:sldId id="796" r:id="rId44"/>
    <p:sldId id="799" r:id="rId45"/>
  </p:sldIdLst>
  <p:sldSz cx="12192000" cy="6858000"/>
  <p:notesSz cx="6858000" cy="9144000"/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5" userDrawn="1">
          <p15:clr>
            <a:srgbClr val="A4A3A4"/>
          </p15:clr>
        </p15:guide>
        <p15:guide id="2" pos="378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0" clrIdx="0"/>
  <p:cmAuthor id="2" name="liujian1189@163.com" initials="l" lastIdx="0" clrIdx="1"/>
  <p:cmAuthor id="3" name="yt LI" initials="y" lastIdx="0" clrIdx="2"/>
  <p:cmAuthor id="4" name="高鹏" initials="高" lastIdx="0" clrIdx="3"/>
  <p:cmAuthor id="5" name="Windows User" initials="W" lastIdx="0" clrIdx="4"/>
  <p:cmAuthor id="6" name="作者" initials="作" lastIdx="0" clrIdx="5"/>
  <p:cmAuthor id="7" name="lenovo" initials="l" lastIdx="0" clrIdx="6"/>
  <p:cmAuthor id="8" name="Administrator" initials="A" lastIdx="0" clrIdx="7"/>
  <p:cmAuthor id="9" name="宋洁然" initials="宋" lastIdx="0" clrIdx="8"/>
  <p:cmAuthor id="10" name="ming qiu" initials="m" lastIdx="0" clrIdx="9"/>
  <p:cmAuthor id="11" name="陈逸飞" initials="L" lastIdx="0" clrIdx="10"/>
  <p:cmAuthor id="12" name="wang yao" initials="wy" lastIdx="0" clrIdx="11"/>
  <p:cmAuthor id="13" name="XJ" initials="1" lastIdx="0" clrIdx="12"/>
  <p:cmAuthor id="14" name="ZhuFeng" initials="Z" lastIdx="0" clrIdx="13"/>
  <p:cmAuthor id="15" name="dell" initials="d" lastIdx="0" clrIdx="14"/>
  <p:cmAuthor id="16" name="dht" initials="d" lastIdx="0" clrIdx="15"/>
  <p:cmAuthor id="17" name="陈 朔" initials="陈" lastIdx="0" clrIdx="16"/>
  <p:cmAuthor id="18" name="何炳彦" initials="何" lastIdx="0" clrIdx="17"/>
  <p:cmAuthor id="19" name="FFS" initials="F" lastIdx="0" clrIdx="18"/>
  <p:cmAuthor id="20" name="袁 鹏" initials="袁" lastIdx="0" clrIdx="19"/>
  <p:cmAuthor id="21" name="Lai chun" initials="L" lastIdx="0" clrIdx="20"/>
  <p:cmAuthor id="22" name="刘熹_E7Jj2QVv" initials="authorId_428306194" lastIdx="0" clrIdx="21"/>
  <p:cmAuthor id="23" name="YHL" initials="Y" lastIdx="0" clrIdx="22"/>
  <p:cmAuthor id="24" name="张 妮" initials="张" lastIdx="0" clrIdx="23"/>
  <p:cmAuthor id="25" name="李松伟" initials="李" lastIdx="0" clrIdx="24"/>
  <p:cmAuthor id="26" name="李明" initials="李" lastIdx="0" clrIdx="25"/>
  <p:cmAuthor id="27" name="未知用户3" initials="未" lastIdx="0" clrIdx="26"/>
  <p:cmAuthor id="28" name="USER-" initials="U" lastIdx="0" clrIdx="27"/>
  <p:cmAuthor id="29" name="灏 杨" initials="灏" lastIdx="0" clrIdx="28"/>
  <p:cmAuthor id="30" name="01" initials="0" lastIdx="0" clrIdx="29"/>
  <p:cmAuthor id="31" name="吴晓明" initials="吴" lastIdx="0" clrIdx="30"/>
  <p:cmAuthor id="32" name="1206988966@qq.com" initials="1" lastIdx="0" clrIdx="31"/>
  <p:cmAuthor id="33" name="舟 方" initials="舟" lastIdx="0" clrIdx="32"/>
  <p:cmAuthor id="34" name="未知用户4" initials="未" lastIdx="0" clrIdx="33"/>
  <p:cmAuthor id="35" name="36094" initials="3" lastIdx="0" clrIdx="34"/>
  <p:cmAuthor id="36" name="未知用户6" initials="未" lastIdx="0" clrIdx="35"/>
  <p:cmAuthor id="37" name="未知用户2" initials="未" lastIdx="0" clrIdx="36"/>
  <p:cmAuthor id="38" name="未知用户5" initials="未" lastIdx="0" clrIdx="37"/>
  <p:cmAuthor id="39" name="Deng Zekun" initials="D" lastIdx="0" clrIdx="38"/>
  <p:cmAuthor id="40" name="勘探规划" initials="勘" lastIdx="0" clrIdx="39"/>
  <p:cmAuthor id="41" name="Tiger" initials="T" lastIdx="0" clrIdx="40"/>
  <p:cmAuthor id="42" name="微软用户" initials="微" lastIdx="0" clrIdx="41"/>
  <p:cmAuthor id="43" name="胡爱平" initials="胡" lastIdx="0" clrIdx="42"/>
  <p:cmAuthor id="44" name="庹海忠" initials="庹" lastIdx="0" clrIdx="43"/>
  <p:cmAuthor id="45" name="p410" initials="p" lastIdx="0" clrIdx="44"/>
  <p:cmAuthor id="46" name="PC" initials="P" lastIdx="0" clrIdx="45"/>
  <p:cmAuthor id="47" name="123" initials="1" lastIdx="0" clrIdx="46"/>
  <p:cmAuthor id="48" name="cdx" initials="c" lastIdx="0" clrIdx="47"/>
  <p:cmAuthor id="49" name="石油勘探" initials="石油勘探" lastIdx="0" clrIdx="48"/>
  <p:cmAuthor id="50" name="欢" initials="欢" lastIdx="0" clrIdx="49"/>
  <p:cmAuthor id="51" name="Chen Jarvis" initials="C" lastIdx="0" clrIdx="50"/>
  <p:cmAuthor id="52" name="shijianqiang" initials="s" lastIdx="0" clrIdx="51"/>
  <p:cmAuthor id="53" name="BYD" initials="" lastIdx="0" clrIdx="52"/>
  <p:cmAuthor id="54" name="甘庆明" initials="甘" lastIdx="0" clrIdx="53"/>
  <p:cmAuthor id="55" name="张 亚东" initials="张" lastIdx="0" clrIdx="54"/>
  <p:cmAuthor id="56" name="yangle" initials="y" lastIdx="0" clrIdx="55"/>
  <p:cmAuthor id="57" name="Micorosoft" initials="M" lastIdx="0" clrIdx="56"/>
  <p:cmAuthor id="58" name="CYH" initials="C" lastIdx="0" clrIdx="57"/>
  <p:cmAuthor id="59" name="pgos" initials="p" lastIdx="0" clrIdx="58"/>
  <p:cmAuthor id="60" name="14266" initials="1" lastIdx="0" clrIdx="59"/>
  <p:cmAuthor id="61" name="He, Xi B." initials="HXB" lastIdx="0" clrIdx="60"/>
  <p:cmAuthor id="62" name="问 博洋" initials="问" lastIdx="0" clrIdx="61"/>
  <p:cmAuthor id="63" name="未知用户16" initials="未" lastIdx="0" clrIdx="62"/>
  <p:cmAuthor id="64" name="未知用户17" initials="未" lastIdx="0" clrIdx="63"/>
  <p:cmAuthor id="65" name="zhengjun yin" initials="zy" lastIdx="0" clrIdx="64"/>
  <p:cmAuthor id="66" name="沈霄雷" initials="沈" lastIdx="0" clrIdx="65"/>
  <p:cmAuthor id="67" name="SF" initials="S" lastIdx="0" clrIdx="66"/>
  <p:cmAuthor id="68" name="sammi" initials="s" lastIdx="0" clrIdx="67"/>
  <p:cmAuthor id="69" name="zhangmh@httz.cc" initials="z" lastIdx="0" clrIdx="68"/>
  <p:cmAuthor id="70" name="于浩然" initials="于" lastIdx="0" clrIdx="69"/>
  <p:cmAuthor id="71" name="xbb" initials="x" lastIdx="0" clrIdx="70"/>
  <p:cmAuthor id="72" name="zmm" initials="z" lastIdx="0" clrIdx="71"/>
  <p:cmAuthor id="73" name="金" initials="J" lastIdx="0" clrIdx="72"/>
  <p:cmAuthor id="74" name="Tyx" initials="" lastIdx="0" clrIdx="73"/>
  <p:cmAuthor id="75" name="admin" initials="a" lastIdx="0" clrIdx="74"/>
  <p:cmAuthor id="76" name="lili" initials="lili" lastIdx="0" clrIdx="75"/>
  <p:cmAuthor id="77" name="Huawei" initials="H" lastIdx="0" clrIdx="76"/>
  <p:cmAuthor id="78" name="许建超" initials="xu" lastIdx="0" clrIdx="77"/>
  <p:cmAuthor id="79" name="Xin Wang (IB)" initials="X" lastIdx="0" clrIdx="78"/>
  <p:cmAuthor id="80" name="天职国际项目组" initials="天职国际项目组" lastIdx="0" clrIdx="79"/>
  <p:cmAuthor id="81" name="YANQING BAO" initials="Y" lastIdx="0" clrIdx="80"/>
  <p:cmAuthor id="82" name="13482" initials="1" lastIdx="0" clrIdx="81"/>
  <p:cmAuthor id="83" name="cindy-ru@qq.com" initials="" lastIdx="0" clrIdx="82"/>
  <p:cmAuthor id="84" name="张强" initials="张" lastIdx="0" clrIdx="83"/>
  <p:cmAuthor id="85" name="珩宇 王" initials="珩王" lastIdx="0" clrIdx="84"/>
  <p:cmAuthor id="86" name="张金龙" initials="张" lastIdx="0" clrIdx="85"/>
  <p:cmAuthor id="87" name="祝惠蓉" initials="祝" lastIdx="0" clrIdx="86"/>
  <p:cmAuthor id="88" name="sunyiqun2016@163.com" initials="s" lastIdx="0" clrIdx="87"/>
  <p:cmAuthor id="89" name="李保吉" initials="李" lastIdx="0" clrIdx="88"/>
  <p:cmAuthor id="90" name="张 明晖" initials="张" lastIdx="0" clrIdx="89"/>
  <p:cmAuthor id="91" name="xiaver xiaver" initials="xx" lastIdx="0" clrIdx="90"/>
  <p:cmAuthor id="92" name="ThinkPad" initials="T" lastIdx="0" clrIdx="91"/>
  <p:cmAuthor id="93" name=" " initials=" " lastIdx="0" clrIdx="92"/>
  <p:cmAuthor id="94" name="202229786" initials="2" lastIdx="0" clrIdx="93"/>
  <p:cmAuthor id="95" name="陈炳宇" initials="陈" lastIdx="0" clrIdx="94"/>
  <p:cmAuthor id="96" name="Razer" initials="R" lastIdx="0" clrIdx="95"/>
  <p:cmAuthor id="97" name="婷 何" initials="婷" lastIdx="0" clrIdx="96"/>
  <p:cmAuthor id="98" name="番茄花园" initials="番" lastIdx="0" clrIdx="97"/>
  <p:cmAuthor id="99" name="evil" initials="e" lastIdx="0" clrIdx="98"/>
  <p:cmAuthor id="100" name="yangkun" initials="y" lastIdx="0" clrIdx="99"/>
  <p:cmAuthor id="101" name="朱绍春" initials="朱" lastIdx="0" clrIdx="100"/>
  <p:cmAuthor id="102" name="邹洋" initials="邹" lastIdx="0" clrIdx="101"/>
  <p:cmAuthor id="103" name="孟祥超" initials="孟" lastIdx="0" clrIdx="102"/>
  <p:cmAuthor id="104" name="贡鑫" initials="贡" lastIdx="0" clrIdx="103"/>
  <p:cmAuthor id="105" name="administrator1" initials="a" lastIdx="0" clrIdx="104"/>
  <p:cmAuthor id="106" name="杜雪梅" initials="杜" lastIdx="0" clrIdx="105"/>
  <p:cmAuthor id="107" name="仝德志" initials="仝" lastIdx="0" clrIdx="106"/>
  <p:cmAuthor id="108" name="马静" initials="马" lastIdx="0" clrIdx="107"/>
  <p:cmAuthor id="109" name="Qingyunli" initials="Q" lastIdx="0" clrIdx="108"/>
  <p:cmAuthor id="110" name="叶得会" initials="叶" lastIdx="0" clrIdx="109"/>
  <p:cmAuthor id="111" name="liying" initials="l" lastIdx="0" clrIdx="110"/>
  <p:cmAuthor id="112" name="桓蕾" initials="桓" lastIdx="0" clrIdx="111"/>
  <p:cmAuthor id="113" name="鲍华明" initials="鲍" lastIdx="0" clrIdx="112"/>
  <p:cmAuthor id="114" name="刘广艳" initials="刘" lastIdx="0" clrIdx="113"/>
  <p:cmAuthor id="115" name="邹积逊" initials="邹" lastIdx="0" clrIdx="114"/>
  <p:cmAuthor id="116" name="张 彪" initials="张" lastIdx="0" clrIdx="115"/>
  <p:cmAuthor id="117" name="孔佳丽" initials="孔" lastIdx="0" clrIdx="116"/>
  <p:cmAuthor id="118" name="赵兰玉" initials="赵" lastIdx="0" clrIdx="117"/>
  <p:cmAuthor id="119" name="杜娇龙" initials="杜" lastIdx="0" clrIdx="118"/>
  <p:cmAuthor id="120" name="吴军" initials="吴" lastIdx="0" clrIdx="119"/>
  <p:cmAuthor id="121" name="郭 里芬" initials="郭" lastIdx="0" clrIdx="120"/>
  <p:cmAuthor id="122" name="jgj" initials="j" lastIdx="0" clrIdx="121"/>
  <p:cmAuthor id="123" name="Sky123.Org" initials="S" lastIdx="0" clrIdx="122"/>
  <p:cmAuthor id="124" name="许弘扬" initials="许" lastIdx="0" clrIdx="123"/>
  <p:cmAuthor id="125" name="新萝卜家园" initials="新" lastIdx="0" clrIdx="124"/>
  <p:cmAuthor id="126" name="李正" initials="李" lastIdx="0" clrIdx="125"/>
  <p:cmAuthor id="127" name="周开雷" initials="周" lastIdx="0" clrIdx="126"/>
  <p:cmAuthor id="128" name="lx" initials="l" lastIdx="0" clrIdx="127"/>
  <p:cmAuthor id="129" name="李振宇" initials="李" lastIdx="0" clrIdx="128"/>
  <p:cmAuthor id="130" name="朱悦龙" initials="朱" lastIdx="0" clrIdx="129"/>
  <p:cmAuthor id="131" name="吴铁映" initials="吴" lastIdx="0" clrIdx="130"/>
  <p:cmAuthor id="132" name="陈尚文" initials="陈" lastIdx="0" clrIdx="131"/>
  <p:cmAuthor id="133" name="张宏伟" initials="张" lastIdx="0" clrIdx="132"/>
  <p:cmAuthor id="134" name="张 开阔" initials="张" lastIdx="0" clrIdx="133"/>
  <p:cmAuthor id="135" name="原鹏" initials="y" lastIdx="0" clrIdx="134"/>
  <p:cmAuthor id="136" name="贾清山" initials="贾" lastIdx="0" clrIdx="135"/>
  <p:cmAuthor id="137" name="shwyq2008@163.com" initials="s" lastIdx="0" clrIdx="136"/>
  <p:cmAuthor id="138" name="毕军(0212009)" initials="毕" lastIdx="0" clrIdx="137"/>
  <p:cmAuthor id="139" name="未知用户147" initials="未" lastIdx="0" clrIdx="138"/>
  <p:cmAuthor id="140" name="未知用户43" initials="未" lastIdx="0" clrIdx="139"/>
  <p:cmAuthor id="141" name="未知用户44" initials="未" lastIdx="0" clrIdx="140"/>
  <p:cmAuthor id="142" name="未知用户45" initials="未" lastIdx="0" clrIdx="141"/>
  <p:cmAuthor id="143" name="未知用户46" initials="未" lastIdx="0" clrIdx="142"/>
  <p:cmAuthor id="144" name="未知用户47" initials="未" lastIdx="0" clrIdx="143"/>
  <p:cmAuthor id="145" name="未知用户48" initials="未" lastIdx="0" clrIdx="144"/>
  <p:cmAuthor id="146" name="未知用户49" initials="未" lastIdx="0" clrIdx="145"/>
  <p:cmAuthor id="147" name="未知用户50" initials="未" lastIdx="0" clrIdx="146"/>
  <p:cmAuthor id="148" name="未知用户133" initials="未" lastIdx="0" clrIdx="147"/>
  <p:cmAuthor id="149" name="未知用户134" initials="未" lastIdx="0" clrIdx="148"/>
  <p:cmAuthor id="150" name="未知用户135" initials="未" lastIdx="0" clrIdx="149"/>
  <p:cmAuthor id="151" name="未知用户54" initials="未" lastIdx="0" clrIdx="150"/>
  <p:cmAuthor id="152" name="未知用户55" initials="未" lastIdx="0" clrIdx="151"/>
  <p:cmAuthor id="153" name="未知用户56" initials="未" lastIdx="0" clrIdx="152"/>
  <p:cmAuthor id="154" name="未知用户57" initials="未" lastIdx="0" clrIdx="153"/>
  <p:cmAuthor id="155" name="未知用户58" initials="未" lastIdx="0" clrIdx="154"/>
  <p:cmAuthor id="156" name="未知用户136" initials="未" lastIdx="0" clrIdx="155"/>
  <p:cmAuthor id="157" name="未知用户137" initials="未" lastIdx="0" clrIdx="156"/>
  <p:cmAuthor id="158" name="未知用户146" initials="未" lastIdx="0" clrIdx="157"/>
  <p:cmAuthor id="159" name="未知用户138" initials="未" lastIdx="0" clrIdx="158"/>
  <p:cmAuthor id="160" name="未知用户139" initials="未" lastIdx="0" clrIdx="159"/>
  <p:cmAuthor id="161" name="未知用户140" initials="未" lastIdx="0" clrIdx="160"/>
  <p:cmAuthor id="162" name="未知用户141" initials="未" lastIdx="0" clrIdx="161"/>
  <p:cmAuthor id="163" name="未知用户142" initials="未" lastIdx="0" clrIdx="162"/>
  <p:cmAuthor id="164" name="未知用户143" initials="未" lastIdx="0" clrIdx="163"/>
  <p:cmAuthor id="165" name="未知用户144" initials="未" lastIdx="0" clrIdx="164"/>
  <p:cmAuthor id="166" name="王志刚" initials="王" lastIdx="0" clrIdx="165"/>
  <p:cmAuthor id="167" name="徐光宇" initials="徐" lastIdx="0" clrIdx="166"/>
  <p:cmAuthor id="168" name="mac" initials="m" lastIdx="0" clrIdx="167"/>
  <p:cmAuthor id="169" name="Liu, Leo (MBSHR cs)" initials="L" lastIdx="0" clrIdx="168"/>
  <p:cmAuthor id="170" name="刘豹" initials="刘" lastIdx="0" clrIdx="169"/>
  <p:cmAuthor id="171" name="张艳芳" initials="张" lastIdx="0" clrIdx="170"/>
  <p:cmAuthor id="172" name="李刚" initials="李" lastIdx="0" clrIdx="171"/>
  <p:cmAuthor id="173" name="志斌 杜" initials="志" lastIdx="0" clrIdx="172"/>
  <p:cmAuthor id="174" name="未知用户88" initials="未" lastIdx="0" clrIdx="173"/>
  <p:cmAuthor id="175" name="未知用户89" initials="未" lastIdx="0" clrIdx="174"/>
  <p:cmAuthor id="176" name="未知用户90" initials="未" lastIdx="0" clrIdx="175"/>
  <p:cmAuthor id="177" name="未知用户91" initials="未" lastIdx="0" clrIdx="176"/>
  <p:cmAuthor id="178" name="未知用户92" initials="未" lastIdx="0" clrIdx="177"/>
  <p:cmAuthor id="179" name="未知用户93" initials="未" lastIdx="0" clrIdx="178"/>
  <p:cmAuthor id="180" name="未知用户94" initials="未" lastIdx="0" clrIdx="179"/>
  <p:cmAuthor id="181" name="未知用户95" initials="未" lastIdx="0" clrIdx="180"/>
  <p:cmAuthor id="182" name="未知用户96" initials="未" lastIdx="0" clrIdx="181"/>
  <p:cmAuthor id="183" name="未知用户97" initials="未" lastIdx="0" clrIdx="182"/>
  <p:cmAuthor id="184" name="未知用户98" initials="未" lastIdx="0" clrIdx="183"/>
  <p:cmAuthor id="185" name="未知用户99" initials="未" lastIdx="0" clrIdx="184"/>
  <p:cmAuthor id="186" name="未知用户100" initials="未" lastIdx="0" clrIdx="185"/>
  <p:cmAuthor id="187" name="未知用户101" initials="未" lastIdx="0" clrIdx="186"/>
  <p:cmAuthor id="188" name="未知用户71" initials="未" lastIdx="0" clrIdx="187"/>
  <p:cmAuthor id="189" name="未知用户72" initials="未" lastIdx="0" clrIdx="188"/>
  <p:cmAuthor id="190" name="未知用户73" initials="未" lastIdx="0" clrIdx="189"/>
  <p:cmAuthor id="191" name="未知用户74" initials="未" lastIdx="0" clrIdx="190"/>
  <p:cmAuthor id="192" name="未知用户75" initials="未" lastIdx="0" clrIdx="191"/>
  <p:cmAuthor id="193" name="未知用户76" initials="未" lastIdx="0" clrIdx="192"/>
  <p:cmAuthor id="194" name="未知用户77" initials="未" lastIdx="0" clrIdx="193"/>
  <p:cmAuthor id="195" name="未知用户78" initials="未" lastIdx="0" clrIdx="194"/>
  <p:cmAuthor id="196" name="未知用户79" initials="未" lastIdx="0" clrIdx="195"/>
  <p:cmAuthor id="197" name="未知用户80" initials="未" lastIdx="0" clrIdx="196"/>
  <p:cmAuthor id="198" name="未知用户81" initials="未" lastIdx="0" clrIdx="197"/>
  <p:cmAuthor id="199" name="未知用户82" initials="未" lastIdx="0" clrIdx="198"/>
  <p:cmAuthor id="200" name="未知用户83" initials="未" lastIdx="0" clrIdx="199"/>
  <p:cmAuthor id="201" name="未知用户84" initials="未" lastIdx="0" clrIdx="200"/>
  <p:cmAuthor id="202" name="未知用户85" initials="未" lastIdx="0" clrIdx="201"/>
  <p:cmAuthor id="203" name="未知用户86" initials="未" lastIdx="0" clrIdx="202"/>
  <p:cmAuthor id="204" name="未知用户87" initials="未" lastIdx="0" clrIdx="203"/>
  <p:cmAuthor id="205" name="侯 林" initials="侯" lastIdx="0" clrIdx="204"/>
  <p:cmAuthor id="206" name="徐仕超" initials="徐" lastIdx="0" clrIdx="205"/>
  <p:cmAuthor id="207" name="Pei" initials="P" lastIdx="0" clrIdx="206"/>
  <p:cmAuthor id="208" name="Ying Li" initials="Y" lastIdx="0" clrIdx="207"/>
  <p:cmAuthor id="209" name="lou cynthia" initials="l" lastIdx="0" clrIdx="208"/>
  <p:cmAuthor id="210" name="Author" initials="A" lastIdx="0" clrIdx="209"/>
  <p:cmAuthor id="211" name="马红" initials="马" lastIdx="0" clrIdx="210"/>
  <p:cmAuthor id="212" name="Shi Xiao" initials="SX" lastIdx="0" clrIdx="211"/>
  <p:cmAuthor id="213" name="卢 米薇" initials="卢" lastIdx="0" clrIdx="212"/>
  <p:cmAuthor id="214" name="Kathryn" initials="Kathryn" lastIdx="0" clrIdx="213"/>
  <p:cmAuthor id="215" name="王 钟兴" initials="王" lastIdx="0" clrIdx="214"/>
  <p:cmAuthor id="216" name="li shuiping" initials="ls" lastIdx="0" clrIdx="215"/>
  <p:cmAuthor id="217" name="yuehui" initials="y" lastIdx="0" clrIdx="216"/>
  <p:cmAuthor id="218" name="未知用户157" initials="未" lastIdx="0" clrIdx="217"/>
  <p:cmAuthor id="219" name="未知用户158" initials="未" lastIdx="0" clrIdx="218"/>
  <p:cmAuthor id="220" name="未知用户159" initials="未" lastIdx="0" clrIdx="219"/>
  <p:cmAuthor id="221" name="未知用户160" initials="未" lastIdx="0" clrIdx="220"/>
  <p:cmAuthor id="222" name="未知用户168" initials="未" lastIdx="0" clrIdx="221"/>
  <p:cmAuthor id="223" name="順天" initials="順" lastIdx="0" clrIdx="222"/>
  <p:cmAuthor id="224" name="未知用户219" initials="未" lastIdx="0" clrIdx="223"/>
  <p:cmAuthor id="225" name="未知用户222" initials="未" lastIdx="0" clrIdx="224"/>
  <p:cmAuthor id="226" name="未知用户200" initials="未" lastIdx="0" clrIdx="225"/>
  <p:cmAuthor id="227" name="未知用户213" initials="未" lastIdx="0" clrIdx="226"/>
  <p:cmAuthor id="228" name="未知用户214" initials="未" lastIdx="0" clrIdx="227"/>
  <p:cmAuthor id="229" name="未知用户215" initials="未" lastIdx="0" clrIdx="228"/>
  <p:cmAuthor id="230" name="未知用户231" initials="未" lastIdx="0" clrIdx="229"/>
  <p:cmAuthor id="231" name="未知用户293" initials="未" lastIdx="0" clrIdx="230"/>
  <p:cmAuthor id="232" name="未知用户234" initials="未" lastIdx="0" clrIdx="231"/>
  <p:cmAuthor id="233" name="未知用户235" initials="未" lastIdx="0" clrIdx="232"/>
  <p:cmAuthor id="234" name="未知用户236" initials="未" lastIdx="0" clrIdx="233"/>
  <p:cmAuthor id="235" name="未知用户237" initials="未" lastIdx="0" clrIdx="234"/>
  <p:cmAuthor id="236" name="未知用户240" initials="未" lastIdx="0" clrIdx="235"/>
  <p:cmAuthor id="237" name="未知的使用者142" initials="未" lastIdx="0" clrIdx="236"/>
  <p:cmAuthor id="238" name="ll z" initials="l" lastIdx="0" clrIdx="237"/>
  <p:cmAuthor id="239" name="未知用户283" initials="未" lastIdx="0" clrIdx="238"/>
  <p:cmAuthor id="240" name="未知用户284" initials="未" lastIdx="0" clrIdx="239"/>
  <p:cmAuthor id="241" name="guanhh" initials="g" lastIdx="0" clrIdx="240"/>
  <p:cmAuthor id="242" name="未知用户292" initials="未" lastIdx="0" clrIdx="241"/>
  <p:cmAuthor id="243" name="未知用户295" initials="未" lastIdx="0" clrIdx="242"/>
  <p:cmAuthor id="244" name="未知用户297" initials="未" lastIdx="0" clrIdx="243"/>
  <p:cmAuthor id="245" name="panjm" initials="p" lastIdx="0" clrIdx="244"/>
  <p:cmAuthor id="246" name="ye gusong" initials="y" lastIdx="0" clrIdx="245"/>
  <p:cmAuthor id="247" name="孙" initials="孙" lastIdx="0" clrIdx="246"/>
  <p:cmAuthor id="248" name="未知的使用者139" initials="未" lastIdx="0" clrIdx="247"/>
  <p:cmAuthor id="249" name="未知的使用者140" initials="未" lastIdx="0" clrIdx="248"/>
  <p:cmAuthor id="250" name="未知的使用者196" initials="未" lastIdx="0" clrIdx="249"/>
  <p:cmAuthor id="251" name="未知的使用者203" initials="未" lastIdx="0" clrIdx="250"/>
  <p:cmAuthor id="252" name="Carol Kelly" initials="C" lastIdx="0" clrIdx="251"/>
  <p:cmAuthor id="253" name="Unknown User58" initials="U" lastIdx="0" clrIdx="252"/>
  <p:cmAuthor id="254" name="Unknown User55" initials="U" lastIdx="0" clrIdx="253"/>
  <p:cmAuthor id="255" name="Microsoft Office User" initials="M" lastIdx="0" clrIdx="254"/>
  <p:cmAuthor id="256" name="Huipeng Cao" initials="H" lastIdx="0" clrIdx="255"/>
  <p:cmAuthor id="257" name="李 雷雨" initials="李" lastIdx="0" clrIdx="256"/>
  <p:cmAuthor id="258" name="91257" initials="9" lastIdx="0" clrIdx="257"/>
  <p:cmAuthor id="259" name="陈东林" initials="陈东林" lastIdx="0" clrIdx="258"/>
  <p:cmAuthor id="260" name="yudi lin" initials="y" lastIdx="0" clrIdx="259"/>
  <p:cmAuthor id="261" name="JeremyBai" initials="J" lastIdx="0" clrIdx="260"/>
  <p:cmAuthor id="262" name="liuzga" initials="l" lastIdx="0" clrIdx="261"/>
  <p:cmAuthor id="263" name="49554261@qq.com" initials="4" lastIdx="0" clrIdx="262"/>
  <p:cmAuthor id="264" name="进 揭" initials="进" lastIdx="0" clrIdx="263"/>
  <p:cmAuthor id="265" name="梅芬 吳" initials="梅" lastIdx="0" clrIdx="264"/>
  <p:cmAuthor id="266" name="未知用户233" initials="未" lastIdx="0" clrIdx="265"/>
  <p:cmAuthor id="267" name="赵 璐" initials="赵" lastIdx="0" clrIdx="266"/>
  <p:cmAuthor id="268" name="�Ÿ�" initials="�" lastIdx="0" clrIdx="267"/>
  <p:cmAuthor id="269" name="未知用户221" initials="未" lastIdx="0" clrIdx="268"/>
  <p:cmAuthor id="270" name="未知的使用者155" initials="未" lastIdx="0" clrIdx="269"/>
  <p:cmAuthor id="271" name="未知用户110" initials="未" lastIdx="0" clrIdx="270"/>
  <p:cmAuthor id="272" name="未知的使用者53" initials="未" lastIdx="0" clrIdx="271"/>
  <p:cmAuthor id="273" name="未知用户343" initials="未" lastIdx="0" clrIdx="272"/>
  <p:cmAuthor id="274" name="未知的使用者46" initials="未" lastIdx="0" clrIdx="273"/>
  <p:cmAuthor id="275" name="mm" initials="m" lastIdx="0" clrIdx="274"/>
  <p:cmAuthor id="276" name="未知的使用者57" initials="未" lastIdx="0" clrIdx="275"/>
  <p:cmAuthor id="277" name="vicky" initials="v" lastIdx="0" clrIdx="276"/>
  <p:cmAuthor id="278" name="不明使用者1" initials="不" lastIdx="0" clrIdx="277"/>
  <p:cmAuthor id="279" name="不明使用者4" initials="不" lastIdx="0" clrIdx="278"/>
  <p:cmAuthor id="280" name="不明使用者6" initials="不" lastIdx="0" clrIdx="279"/>
  <p:cmAuthor id="281" name="不明使用者5" initials="不" lastIdx="0" clrIdx="280"/>
  <p:cmAuthor id="282" name="不明使用者8" initials="不" lastIdx="0" clrIdx="281"/>
  <p:cmAuthor id="283" name="不明使用者9" initials="不" lastIdx="0" clrIdx="282"/>
  <p:cmAuthor id="284" name="不明使用者10" initials="不" lastIdx="0" clrIdx="283"/>
  <p:cmAuthor id="285" name="不明使用者11" initials="不" lastIdx="0" clrIdx="284"/>
  <p:cmAuthor id="286" name="張秀娟" initials="張" lastIdx="0" clrIdx="285"/>
  <p:cmAuthor id="287" name="LeeElva" initials="L" lastIdx="0" clrIdx="286"/>
  <p:cmAuthor id="288" name="P1063cindychen" initials="P" lastIdx="0" clrIdx="287"/>
  <p:cmAuthor id="289" name="不明使用者18" initials="不" lastIdx="0" clrIdx="288"/>
  <p:cmAuthor id="290" name="未知的使用者119" initials="未" lastIdx="0" clrIdx="289"/>
  <p:cmAuthor id="291" name="未知的使用者95" initials="未" lastIdx="0" clrIdx="290"/>
  <p:cmAuthor id="292" name="未知的使用者93" initials="未" lastIdx="0" clrIdx="291"/>
  <p:cmAuthor id="293" name="未知的使用者94" initials="未" lastIdx="0" clrIdx="292"/>
  <p:cmAuthor id="294" name="Christina" initials="C" lastIdx="0" clrIdx="293"/>
  <p:cmAuthor id="295" name="未知的使用者111" initials="未" lastIdx="0" clrIdx="294"/>
  <p:cmAuthor id="296" name="未知的使用者197" initials="未" lastIdx="0" clrIdx="295"/>
  <p:cmAuthor id="297" name="未知的使用者107" initials="未" lastIdx="0" clrIdx="296"/>
  <p:cmAuthor id="298" name="thomas" initials="t" lastIdx="0" clrIdx="297"/>
  <p:cmAuthor id="299" name="Harry xu" initials="H" lastIdx="0" clrIdx="298"/>
  <p:cmAuthor id="300" name="huang gerrard" initials="h" lastIdx="0" clrIdx="299"/>
  <p:cmAuthor id="301" name="Unknown User24" initials="U" lastIdx="0" clrIdx="300"/>
  <p:cmAuthor id="302" name="Unknown User25" initials="U" lastIdx="0" clrIdx="301"/>
  <p:cmAuthor id="303" name="Unknown User26" initials="U" lastIdx="0" clrIdx="302"/>
  <p:cmAuthor id="304" name="Unknown User27" initials="U" lastIdx="0" clrIdx="303"/>
  <p:cmAuthor id="305" name="Unknown User28" initials="U" lastIdx="0" clrIdx="304"/>
  <p:cmAuthor id="306" name="Unknown User11" initials="U" lastIdx="0" clrIdx="305"/>
  <p:cmAuthor id="307" name="未知用户154" initials="未" lastIdx="0" clrIdx="306"/>
  <p:cmAuthor id="308" name="未知用户155" initials="未" lastIdx="0" clrIdx="307"/>
  <p:cmAuthor id="309" name="px" initials="p" lastIdx="0" clrIdx="308"/>
  <p:cmAuthor id="310" name="未知的使用者128" initials="未" lastIdx="0" clrIdx="309"/>
  <p:cmAuthor id="311" name="未知用户156" initials="未" lastIdx="0" clrIdx="310"/>
  <p:cmAuthor id="312" name="未知用户68" initials="未" lastIdx="0" clrIdx="311"/>
  <p:cmAuthor id="313" name="未知用户69" initials="未" lastIdx="0" clrIdx="312"/>
  <p:cmAuthor id="314" name="未知用户70" initials="未" lastIdx="0" clrIdx="313"/>
  <p:cmAuthor id="315" name="未知用户150" initials="未" lastIdx="0" clrIdx="314"/>
  <p:cmAuthor id="316" name="未知用户310" initials="未" lastIdx="0" clrIdx="315"/>
  <p:cmAuthor id="317" name="maxine" initials="m" lastIdx="0" clrIdx="316"/>
  <p:cmAuthor id="318" name="未知用户153" initials="未" lastIdx="0" clrIdx="317"/>
  <p:cmAuthor id="319" name="shinin" initials="s" lastIdx="0" clrIdx="318"/>
  <p:cmAuthor id="320" name="未知的使用者59" initials="未" lastIdx="0" clrIdx="319"/>
  <p:cmAuthor id="321" name="dcis" initials="d" lastIdx="0" clrIdx="320"/>
  <p:cmAuthor id="322" name="未知用户53" initials="未" lastIdx="0" clrIdx="321"/>
  <p:cmAuthor id="323" name="未知用户106" initials="未" lastIdx="0" clrIdx="322"/>
  <p:cmAuthor id="324" name="未知的使用者61" initials="未" lastIdx="0" clrIdx="323"/>
  <p:cmAuthor id="325" name="未知的使用者62" initials="未" lastIdx="0" clrIdx="324"/>
  <p:cmAuthor id="326" name="未知的使用者58" initials="未" lastIdx="0" clrIdx="325"/>
  <p:cmAuthor id="327" name="未知用户151" initials="未" lastIdx="0" clrIdx="326"/>
  <p:cmAuthor id="328" name="未知的使用者109" initials="未" lastIdx="0" clrIdx="327"/>
  <p:cmAuthor id="329" name="Chun Chung YEH" initials="C" lastIdx="0" clrIdx="328"/>
  <p:cmAuthor id="330" name="未知用户152" initials="未" lastIdx="0" clrIdx="329"/>
  <p:cmAuthor id="331" name="未知的使用者75" initials="未" lastIdx="0" clrIdx="330"/>
  <p:cmAuthor id="332" name="未知的使用者113" initials="未" lastIdx="0" clrIdx="331"/>
  <p:cmAuthor id="333" name="未知的使用者122" initials="未" lastIdx="0" clrIdx="332"/>
  <p:cmAuthor id="334" name="未知的使用者123" initials="未" lastIdx="0" clrIdx="333"/>
  <p:cmAuthor id="335" name="未知的使用者124" initials="未" lastIdx="0" clrIdx="334"/>
  <p:cmAuthor id="336" name="未知的使用者125" initials="未" lastIdx="0" clrIdx="335"/>
  <p:cmAuthor id="337" name="未知的使用者118" initials="未" lastIdx="0" clrIdx="336"/>
  <p:cmAuthor id="338" name="未知的使用者126" initials="未" lastIdx="0" clrIdx="337"/>
  <p:cmAuthor id="339" name="hanjuncompany" initials="h" lastIdx="0" clrIdx="338"/>
  <p:cmAuthor id="340" name="未知的使用者183" initials="未" lastIdx="0" clrIdx="339"/>
  <p:cmAuthor id="341" name="未知用户211" initials="未" lastIdx="0" clrIdx="340"/>
  <p:cmAuthor id="342" name="未知用户212" initials="未" lastIdx="0" clrIdx="341"/>
  <p:cmAuthor id="343" name="未知用户210" initials="未" lastIdx="0" clrIdx="342"/>
  <p:cmAuthor id="344" name="未知用户201" initials="未" lastIdx="0" clrIdx="343"/>
  <p:cmAuthor id="345" name="未知用户161" initials="未" lastIdx="0" clrIdx="344"/>
  <p:cmAuthor id="346" name="未知用户183" initials="未" lastIdx="0" clrIdx="345"/>
  <p:cmAuthor id="347" name="未知用户162" initials="未" lastIdx="0" clrIdx="346"/>
  <p:cmAuthor id="348" name="未知用户163" initials="未" lastIdx="0" clrIdx="347"/>
  <p:cmAuthor id="349" name="未知用户164" initials="未" lastIdx="0" clrIdx="348"/>
  <p:cmAuthor id="350" name="未知用户165" initials="未" lastIdx="0" clrIdx="349"/>
  <p:cmAuthor id="351" name="未知用户191" initials="未" lastIdx="0" clrIdx="350"/>
  <p:cmAuthor id="352" name="未知用户167" initials="未" lastIdx="0" clrIdx="351"/>
  <p:cmAuthor id="353" name="未知用户202" initials="未" lastIdx="0" clrIdx="352"/>
  <p:cmAuthor id="354" name="未知用户169" initials="未" lastIdx="0" clrIdx="353"/>
  <p:cmAuthor id="355" name="未知用户192" initials="未" lastIdx="0" clrIdx="354"/>
  <p:cmAuthor id="356" name="未知用户203" initials="未" lastIdx="0" clrIdx="355"/>
  <p:cmAuthor id="357" name="未知用户174" initials="未" lastIdx="0" clrIdx="356"/>
  <p:cmAuthor id="358" name="未知用户175" initials="未" lastIdx="0" clrIdx="357"/>
  <p:cmAuthor id="359" name="未知用户176" initials="未" lastIdx="0" clrIdx="358"/>
  <p:cmAuthor id="360" name="未知用户177" initials="未" lastIdx="0" clrIdx="359"/>
  <p:cmAuthor id="361" name="未知用户184" initials="未" lastIdx="0" clrIdx="360"/>
  <p:cmAuthor id="362" name="未知用户179" initials="未" lastIdx="0" clrIdx="361"/>
  <p:cmAuthor id="363" name="未知用户185" initials="未" lastIdx="0" clrIdx="362"/>
  <p:cmAuthor id="364" name="未知用户181" initials="未" lastIdx="0" clrIdx="363"/>
  <p:cmAuthor id="365" name="未知用户182" initials="未" lastIdx="0" clrIdx="364"/>
  <p:cmAuthor id="366" name="未知用户204" initials="未" lastIdx="0" clrIdx="365"/>
  <p:cmAuthor id="367" name="未知用户205" initials="未" lastIdx="0" clrIdx="366"/>
  <p:cmAuthor id="368" name="未知用户193" initials="未" lastIdx="0" clrIdx="367"/>
  <p:cmAuthor id="369" name="未知用户194" initials="未" lastIdx="0" clrIdx="368"/>
  <p:cmAuthor id="370" name="MA15" initials="M" lastIdx="0" clrIdx="369"/>
  <p:cmAuthor id="371" name="未知用户187" initials="未" lastIdx="0" clrIdx="370"/>
  <p:cmAuthor id="372" name="Kent" initials="K" lastIdx="0" clrIdx="371"/>
  <p:cmAuthor id="373" name="留毓吟" initials="留" lastIdx="0" clrIdx="372"/>
  <p:cmAuthor id="374" name="未知的使用者204" initials="未" lastIdx="0" clrIdx="373"/>
  <p:cmAuthor id="375" name="未知用户190" initials="未" lastIdx="0" clrIdx="374"/>
  <p:cmAuthor id="376" name="未知用户127" initials="未" lastIdx="0" clrIdx="375"/>
  <p:cmAuthor id="377" name="未知用户196" initials="未" lastIdx="0" clrIdx="376"/>
  <p:cmAuthor id="378" name="未知用户199" initials="未" lastIdx="0" clrIdx="377"/>
  <p:cmAuthor id="379" name="未知用户128" initials="未" lastIdx="0" clrIdx="378"/>
  <p:cmAuthor id="380" name="未知用户118" initials="未" lastIdx="0" clrIdx="379"/>
  <p:cmAuthor id="381" name="未知用户123" initials="未" lastIdx="0" clrIdx="380"/>
  <p:cmAuthor id="382" name="未知用户178" initials="未" lastIdx="0" clrIdx="381"/>
  <p:cmAuthor id="383" name="未知用户180" initials="未" lastIdx="0" clrIdx="382"/>
  <p:cmAuthor id="384" name="未知用户186" initials="未" lastIdx="0" clrIdx="383"/>
  <p:cmAuthor id="385" name="未知用户188" initials="未" lastIdx="0" clrIdx="384"/>
  <p:cmAuthor id="386" name="未知用户189" initials="未" lastIdx="0" clrIdx="385"/>
  <p:cmAuthor id="387" name="未知的使用者85" initials="未" lastIdx="0" clrIdx="386"/>
  <p:cmAuthor id="388" name="未知的使用者100" initials="未" lastIdx="0" clrIdx="387"/>
  <p:cmAuthor id="389" name="未知的使用者87" initials="未" lastIdx="0" clrIdx="388"/>
  <p:cmAuthor id="390" name="未知的使用者44" initials="未" lastIdx="0" clrIdx="389"/>
  <p:cmAuthor id="391" name="Unknown User48" initials="U" lastIdx="0" clrIdx="390"/>
  <p:cmAuthor id="392" name="未知的使用者77" initials="未" lastIdx="0" clrIdx="391"/>
  <p:cmAuthor id="393" name="未知的使用者78" initials="未" lastIdx="0" clrIdx="392"/>
  <p:cmAuthor id="394" name="未知的使用者79" initials="未" lastIdx="0" clrIdx="393"/>
  <p:cmAuthor id="395" name="未知的使用者80" initials="未" lastIdx="0" clrIdx="394"/>
  <p:cmAuthor id="396" name="未知的使用者81" initials="未" lastIdx="0" clrIdx="395"/>
  <p:cmAuthor id="397" name="未知的使用者82" initials="未" lastIdx="0" clrIdx="396"/>
  <p:cmAuthor id="398" name="未知的使用者84" initials="未" lastIdx="0" clrIdx="397"/>
  <p:cmAuthor id="399" name="未知的使用者88" initials="未" lastIdx="0" clrIdx="398"/>
  <p:cmAuthor id="400" name="未知的使用者89" initials="未" lastIdx="0" clrIdx="399"/>
  <p:cmAuthor id="401" name="未知的使用者90" initials="未" lastIdx="0" clrIdx="400"/>
  <p:cmAuthor id="402" name="未知的使用者91" initials="未" lastIdx="0" clrIdx="401"/>
  <p:cmAuthor id="403" name="Johnny Hsieh" initials="J" lastIdx="0" clrIdx="402"/>
  <p:cmAuthor id="404" name="未知的使用者184" initials="未" lastIdx="0" clrIdx="403"/>
  <p:cmAuthor id="405" name="未知用户170" initials="未" lastIdx="0" clrIdx="404"/>
  <p:cmAuthor id="406" name="未知用户172" initials="未" lastIdx="0" clrIdx="405"/>
  <p:cmAuthor id="407" name="未知的使用者127" initials="未" lastIdx="0" clrIdx="406"/>
  <p:cmAuthor id="408" name="未知的使用者179" initials="未" lastIdx="0" clrIdx="407"/>
  <p:cmAuthor id="409" name="未知的使用者180" initials="未" lastIdx="0" clrIdx="408"/>
  <p:cmAuthor id="410" name="未知的使用者181" initials="未" lastIdx="0" clrIdx="409"/>
  <p:cmAuthor id="411" name="CHRISYU" initials="C" lastIdx="0" clrIdx="410"/>
  <p:cmAuthor id="412" name="liucunri" initials="l" lastIdx="0" clrIdx="411"/>
  <p:cmAuthor id="413" name="未知的使用者141" initials="未" lastIdx="0" clrIdx="412"/>
  <p:cmAuthor id="414" name="未知的使用者144" initials="未" lastIdx="0" clrIdx="413"/>
  <p:cmAuthor id="415" name="alpha" initials="a" lastIdx="0" clrIdx="414"/>
  <p:cmAuthor id="416" name="未知的使用者146" initials="未" lastIdx="0" clrIdx="415"/>
  <p:cmAuthor id="417" name="未知的使用者147" initials="未" lastIdx="0" clrIdx="416"/>
  <p:cmAuthor id="418" name="未知用户113" initials="未知用户113" lastIdx="0" clrIdx="417"/>
  <p:cmAuthor id="419" name="未知的使用者63" initials="未" lastIdx="0" clrIdx="418"/>
  <p:cmAuthor id="420" name="kathy chen" initials="k" lastIdx="0" clrIdx="419"/>
  <p:cmAuthor id="421" name="未知的使用者143" initials="未" lastIdx="0" clrIdx="420"/>
  <p:cmAuthor id="422" name="raymond luan" initials="r" lastIdx="0" clrIdx="421"/>
  <p:cmAuthor id="423" name="未知的使用者106" initials="未" lastIdx="0" clrIdx="422"/>
  <p:cmAuthor id="424" name="未知的使用者86" initials="未" lastIdx="0" clrIdx="423"/>
  <p:cmAuthor id="425" name="未知的使用者116" initials="未" lastIdx="0" clrIdx="424"/>
  <p:cmAuthor id="426" name="Vicky" initials="V" lastIdx="0" clrIdx="425"/>
  <p:cmAuthor id="427" name="Sara Chen" initials="S" lastIdx="0" clrIdx="426"/>
  <p:cmAuthor id="428" name="未知的使用者114" initials="未" lastIdx="0" clrIdx="427"/>
  <p:cmAuthor id="429" name="未知的使用者115" initials="未" lastIdx="0" clrIdx="428"/>
  <p:cmAuthor id="430" name="未知用户130" initials="未" lastIdx="0" clrIdx="429"/>
  <p:cmAuthor id="431" name="未知用户131" initials="未" lastIdx="0" clrIdx="430"/>
  <p:cmAuthor id="432" name="未知用户132" initials="未" lastIdx="0" clrIdx="431"/>
  <p:cmAuthor id="433" name="Arno.Du(杜明星)" initials="A" lastIdx="0" clrIdx="432"/>
  <p:cmAuthor id="434" name="Yoyo Wu" initials="Y" lastIdx="0" clrIdx="433"/>
  <p:cmAuthor id="435" name="zhangbin" initials="z" lastIdx="0" clrIdx="434"/>
  <p:cmAuthor id="436" name="未知的使用者232" initials="" lastIdx="0" clrIdx="435"/>
  <p:cmAuthor id="437" name="Unknown User112" initials="U" lastIdx="0" clrIdx="436"/>
  <p:cmAuthor id="438" name="Unknown User59" initials="U" lastIdx="0" clrIdx="437"/>
  <p:cmAuthor id="439" name="Unknown User113" initials="U" lastIdx="0" clrIdx="438"/>
  <p:cmAuthor id="440" name="Unknown User114" initials="U" lastIdx="0" clrIdx="439"/>
  <p:cmAuthor id="441" name="Unknown User111" initials="U" lastIdx="0" clrIdx="440"/>
  <p:cmAuthor id="442" name="Unknown User117" initials="U" lastIdx="0" clrIdx="441"/>
  <p:cmAuthor id="443" name="Unknown User63" initials="U" lastIdx="0" clrIdx="442"/>
  <p:cmAuthor id="444" name="Unknown User115" initials="U" lastIdx="0" clrIdx="443"/>
  <p:cmAuthor id="445" name="Unknown User116" initials="U" lastIdx="0" clrIdx="444"/>
  <p:cmAuthor id="446" name="Unknown User65" initials="U" lastIdx="0" clrIdx="445"/>
  <p:cmAuthor id="447" name="Unknown User66" initials="U" lastIdx="0" clrIdx="446"/>
  <p:cmAuthor id="448" name="Unknown User67" initials="U" lastIdx="0" clrIdx="447"/>
  <p:cmAuthor id="449" name="Unknown User68" initials="U" lastIdx="0" clrIdx="448"/>
  <p:cmAuthor id="450" name="Unknown User69" initials="U" lastIdx="0" clrIdx="449"/>
  <p:cmAuthor id="451" name="Unknown User70" initials="U" lastIdx="0" clrIdx="450"/>
  <p:cmAuthor id="452" name="Unknown User52" initials="U" lastIdx="0" clrIdx="451"/>
  <p:cmAuthor id="453" name="James" initials="J" lastIdx="0" clrIdx="452"/>
  <p:cmAuthor id="454" name="未知的使用者134" initials="未" lastIdx="0" clrIdx="453"/>
  <p:cmAuthor id="455" name="刘云轩" initials="刘" lastIdx="0" clrIdx="454"/>
  <p:cmAuthor id="456" name="sharon" initials="s" lastIdx="0" clrIdx="455"/>
  <p:cmAuthor id="457" name="nancy" initials="n" lastIdx="0" clrIdx="456"/>
  <p:cmAuthor id="458" name="未知用户124" initials="未" lastIdx="0" clrIdx="457"/>
  <p:cmAuthor id="459" name="未知用户125" initials="未" lastIdx="0" clrIdx="458"/>
  <p:cmAuthor id="460" name="未知用户126" initials="未" lastIdx="0" clrIdx="459"/>
  <p:cmAuthor id="461" name="Ted Su" initials="T" lastIdx="0" clrIdx="460"/>
  <p:cmAuthor id="462" name="未知用户129" initials="未" lastIdx="0" clrIdx="461"/>
  <p:cmAuthor id="463" name="未知的使用者165" initials="未" lastIdx="0" clrIdx="462"/>
  <p:cmAuthor id="464" name="庆芳 许" initials="庆" lastIdx="0" clrIdx="463"/>
  <p:cmAuthor id="465" name="jerrychou" initials="j" lastIdx="0" clrIdx="464"/>
  <p:cmAuthor id="466" name="不明使用者12" initials="不" lastIdx="0" clrIdx="465"/>
  <p:cmAuthor id="467" name="未知的使用者150" initials="未" lastIdx="0" clrIdx="466"/>
  <p:cmAuthor id="468" name="不明使用者2" initials="不" lastIdx="0" clrIdx="467"/>
  <p:cmAuthor id="469" name="不明使用者3" initials="不" lastIdx="0" clrIdx="468"/>
  <p:cmAuthor id="470" name="未知的使用者159" initials="未" lastIdx="0" clrIdx="469"/>
  <p:cmAuthor id="471" name="未知的使用者160" initials="未" lastIdx="0" clrIdx="470"/>
  <p:cmAuthor id="472" name="未知用户166" initials="未知用户166" lastIdx="0" clrIdx="471"/>
  <p:cmAuthor id="473" name="不明使用者7" initials="不" lastIdx="0" clrIdx="472"/>
  <p:cmAuthor id="474" name="未知用户120" initials="未" lastIdx="0" clrIdx="473"/>
  <p:cmAuthor id="475" name="未知用户122" initials="未" lastIdx="0" clrIdx="474"/>
  <p:cmAuthor id="476" name="未知用户145" initials="未" lastIdx="0" clrIdx="475"/>
  <p:cmAuthor id="477" name="未知用户119" initials="未" lastIdx="0" clrIdx="476"/>
  <p:cmAuthor id="478" name="未知用户148" initials="未" lastIdx="0" clrIdx="477"/>
  <p:cmAuthor id="479" name="未知用户195" initials="未" lastIdx="0" clrIdx="478"/>
  <p:cmAuthor id="480" name="未知用户207" initials="未" lastIdx="0" clrIdx="479"/>
  <p:cmAuthor id="481" name="未知用户208" initials="未" lastIdx="0" clrIdx="480"/>
  <p:cmAuthor id="482" name="未知用户198" initials="未" lastIdx="0" clrIdx="481"/>
  <p:cmAuthor id="483" name="未知用户209" initials="未" lastIdx="0" clrIdx="482"/>
  <p:cmAuthor id="484" name="未知的使用者178" initials="未" lastIdx="0" clrIdx="483"/>
  <p:cmAuthor id="485" name="未知用户206" initials="未" lastIdx="0" clrIdx="484"/>
  <p:cmAuthor id="486" name="未知的使用者207" initials="未" lastIdx="0" clrIdx="485"/>
  <p:cmAuthor id="487" name="未知的使用者208" initials="未" lastIdx="0" clrIdx="486"/>
  <p:cmAuthor id="488" name="未知的使用者188" initials="未" lastIdx="0" clrIdx="487"/>
  <p:cmAuthor id="489" name="未知的使用者189" initials="未" lastIdx="0" clrIdx="488"/>
  <p:cmAuthor id="490" name="未知的使用者190" initials="未" lastIdx="0" clrIdx="489"/>
  <p:cmAuthor id="491" name="未知的使用者191" initials="未" lastIdx="0" clrIdx="490"/>
  <p:cmAuthor id="492" name="未知的使用者192" initials="未" lastIdx="0" clrIdx="491"/>
  <p:cmAuthor id="493" name="未知的使用者193" initials="未" lastIdx="0" clrIdx="492"/>
  <p:cmAuthor id="494" name="未知的使用者209" initials="未" lastIdx="0" clrIdx="493"/>
  <p:cmAuthor id="495" name="未知的使用者210" initials="未" lastIdx="0" clrIdx="494"/>
  <p:cmAuthor id="496" name="未知的使用者211" initials="未" lastIdx="0" clrIdx="495"/>
  <p:cmAuthor id="497" name="未知的使用者212" initials="未" lastIdx="0" clrIdx="496"/>
  <p:cmAuthor id="498" name="未知的使用者213" initials="未" lastIdx="0" clrIdx="497"/>
  <p:cmAuthor id="499" name="未知的使用者214" initials="未" lastIdx="0" clrIdx="498"/>
  <p:cmAuthor id="500" name="未知的使用者215" initials="未" lastIdx="0" clrIdx="499"/>
  <p:cmAuthor id="501" name="未知的使用者216" initials="未" lastIdx="0" clrIdx="500"/>
  <p:cmAuthor id="502" name="未知的使用者217" initials="未" lastIdx="0" clrIdx="501"/>
  <p:cmAuthor id="503" name="未知的使用者218" initials="未" lastIdx="0" clrIdx="502"/>
  <p:cmAuthor id="504" name="未知的使用者219" initials="未" lastIdx="0" clrIdx="503"/>
  <p:cmAuthor id="505" name="未知的使用者220" initials="未" lastIdx="0" clrIdx="504"/>
  <p:cmAuthor id="506" name="未知的使用者152" initials="未" lastIdx="0" clrIdx="505"/>
  <p:cmAuthor id="507" name="未知的使用者153" initials="未" lastIdx="0" clrIdx="506"/>
  <p:cmAuthor id="508" name="未知的使用者154" initials="未" lastIdx="0" clrIdx="507"/>
  <p:cmAuthor id="509" name="未知的使用者156" initials="未" lastIdx="0" clrIdx="508"/>
  <p:cmAuthor id="510" name="未知的使用者157" initials="未" lastIdx="0" clrIdx="509"/>
  <p:cmAuthor id="511" name="未知的使用者161" initials="未" lastIdx="0" clrIdx="510"/>
  <p:cmAuthor id="512" name="未知的使用者151" initials="未" lastIdx="0" clrIdx="511"/>
  <p:cmAuthor id="513" name="未知的使用者129" initials="未" lastIdx="0" clrIdx="512"/>
  <p:cmAuthor id="514" name="未知的使用者130" initials="未" lastIdx="0" clrIdx="513"/>
  <p:cmAuthor id="515" name="未知的使用者131" initials="未" lastIdx="0" clrIdx="514"/>
  <p:cmAuthor id="516" name="未知的使用者132" initials="未" lastIdx="0" clrIdx="515"/>
  <p:cmAuthor id="517" name="未知的使用者164" initials="未" lastIdx="0" clrIdx="516"/>
  <p:cmAuthor id="518" name="未知的使用者172" initials="未" lastIdx="0" clrIdx="517"/>
  <p:cmAuthor id="519" name="未知的使用者174" initials="未" lastIdx="0" clrIdx="518"/>
  <p:cmAuthor id="520" name="未知的使用者176" initials="未" lastIdx="0" clrIdx="519"/>
  <p:cmAuthor id="521" name="未知的使用者247" initials="未" lastIdx="0" clrIdx="520"/>
  <p:cmAuthor id="522" name="未知的使用者249" initials="未" lastIdx="0" clrIdx="521"/>
  <p:cmAuthor id="523" name="未知的使用者250" initials="未" lastIdx="0" clrIdx="522"/>
  <p:cmAuthor id="524" name="未知的使用者251" initials="未" lastIdx="0" clrIdx="523"/>
  <p:cmAuthor id="525" name="未知的使用者246" initials="未" lastIdx="0" clrIdx="524"/>
  <p:cmAuthor id="526" name="未知的使用者224" initials="未" lastIdx="0" clrIdx="525"/>
  <p:cmAuthor id="527" name="未知的使用者252" initials="未" lastIdx="0" clrIdx="526"/>
  <p:cmAuthor id="528" name="未知的使用者253" initials="未" lastIdx="0" clrIdx="527"/>
  <p:cmAuthor id="529" name="未知的使用者254" initials="未" lastIdx="0" clrIdx="528"/>
  <p:cmAuthor id="530" name="未知的使用者255" initials="未" lastIdx="0" clrIdx="529"/>
  <p:cmAuthor id="531" name="未知的使用者226" initials="未" lastIdx="0" clrIdx="530"/>
  <p:cmAuthor id="532" name="未知的使用者227" initials="未" lastIdx="0" clrIdx="531"/>
  <p:cmAuthor id="533" name="未知的使用者270" initials="未" lastIdx="0" clrIdx="532"/>
  <p:cmAuthor id="534" name="未知的使用者228" initials="未" lastIdx="0" clrIdx="533"/>
  <p:cmAuthor id="535" name="未知的使用者229" initials="未" lastIdx="0" clrIdx="534"/>
  <p:cmAuthor id="536" name="未知的使用者230" initials="未" lastIdx="0" clrIdx="535"/>
  <p:cmAuthor id="537" name="未知的使用者231" initials="未" lastIdx="0" clrIdx="536"/>
  <p:cmAuthor id="538" name="未知的使用者256" initials="未" lastIdx="0" clrIdx="537"/>
  <p:cmAuthor id="539" name="未知的使用者233" initials="未" lastIdx="0" clrIdx="538"/>
  <p:cmAuthor id="540" name="未知的使用者234" initials="未" lastIdx="0" clrIdx="539"/>
  <p:cmAuthor id="541" name="未知的使用者235" initials="未" lastIdx="0" clrIdx="540"/>
  <p:cmAuthor id="542" name="未知的使用者236" initials="未" lastIdx="0" clrIdx="541"/>
  <p:cmAuthor id="543" name="未知的使用者257" initials="未" lastIdx="0" clrIdx="542"/>
  <p:cmAuthor id="544" name="未知的使用者237" initials="未" lastIdx="0" clrIdx="543"/>
  <p:cmAuthor id="545" name="未知的使用者238" initials="未" lastIdx="0" clrIdx="544"/>
  <p:cmAuthor id="546" name="未知的使用者239" initials="未" lastIdx="0" clrIdx="545"/>
  <p:cmAuthor id="547" name="未知的使用者240" initials="未" lastIdx="0" clrIdx="546"/>
  <p:cmAuthor id="548" name="未知的使用者241" initials="未" lastIdx="0" clrIdx="547"/>
  <p:cmAuthor id="549" name="未知的使用者242" initials="未" lastIdx="0" clrIdx="548"/>
  <p:cmAuthor id="550" name="未知的使用者243" initials="未" lastIdx="0" clrIdx="549"/>
  <p:cmAuthor id="551" name="未知的使用者258" initials="未" lastIdx="0" clrIdx="550"/>
  <p:cmAuthor id="552" name="未知的使用者259" initials="未" lastIdx="0" clrIdx="551"/>
  <p:cmAuthor id="553" name="未知的使用者260" initials="未" lastIdx="0" clrIdx="552"/>
  <p:cmAuthor id="554" name="未知的使用者261" initials="未" lastIdx="0" clrIdx="553"/>
  <p:cmAuthor id="555" name="未知的使用者262" initials="未" lastIdx="0" clrIdx="554"/>
  <p:cmAuthor id="556" name="未知的使用者263" initials="未" lastIdx="0" clrIdx="555"/>
  <p:cmAuthor id="557" name="未知的使用者264" initials="未" lastIdx="0" clrIdx="556"/>
  <p:cmAuthor id="558" name="未知的使用者265" initials="未" lastIdx="0" clrIdx="557"/>
  <p:cmAuthor id="559" name="未知的使用者266" initials="未" lastIdx="0" clrIdx="558"/>
  <p:cmAuthor id="560" name="未知的使用者267" initials="未" lastIdx="0" clrIdx="559"/>
  <p:cmAuthor id="561" name="未知的使用者268" initials="未" lastIdx="0" clrIdx="560"/>
  <p:cmAuthor id="562" name="未知的使用者269" initials="未" lastIdx="0" clrIdx="561"/>
  <p:cmAuthor id="563" name="lillian" initials="l" lastIdx="0" clrIdx="562"/>
  <p:cmAuthor id="564" name="未知用户197" initials="未" lastIdx="0" clrIdx="563"/>
  <p:cmAuthor id="565" name="L" initials="L" lastIdx="0" clrIdx="564"/>
  <p:cmAuthor id="0" name="Spatara, Molly E." initials="SME" lastIdx="0" clrIdx="0"/>
  <p:cmAuthor id="2000" name="毛平平_73YfmIzA" initials="authorId_648326367" lastIdx="0" clrIdx="0"/>
  <p:cmAuthor id="2001" name="刘军" initials="l" lastIdx="145" clrIdx="1"/>
  <p:cmAuthor id="2002" name="xuruiyu" initials="x" lastIdx="1" clrIdx="9"/>
  <p:cmAuthor id="2003" name="56590" initials="5" lastIdx="1" clrIdx="10"/>
  <p:cmAuthor id="191251541" name="yangjie" initials="y" lastIdx="1" clrIdx="87"/>
  <p:cmAuthor id="353158055" name="韩雨" initials="韩" lastIdx="0" clrIdx="0"/>
  <p:cmAuthor id="191251546" name="duanyimeng (A)" initials="d(" lastIdx="56" clrIdx="92"/>
  <p:cmAuthor id="191251547" name="supanlong (A)" initials="s(" lastIdx="1" clrIdx="93"/>
  <p:cmAuthor id="191251548" name="yijing wang" initials="yw" lastIdx="1" clrIdx="94"/>
  <p:cmAuthor id="191251549" name="312781768@qq.com" initials="3" lastIdx="51" clrIdx="95"/>
  <p:cmAuthor id="191251551" name="csc" initials="c" lastIdx="2" clrIdx="97"/>
  <p:cmAuthor id="191251552" name="e27693" initials="" lastIdx="18" clrIdx="98"/>
  <p:cmAuthor id="600" name="未知用户287" initials="未" lastIdx="0" clrIdx="1"/>
  <p:cmAuthor id="601" name="未知用户288" initials="未" lastIdx="1" clrIdx="0"/>
  <p:cmAuthor id="610" name="11839" initials="1" lastIdx="1" clrIdx="609"/>
  <p:cmAuthor id="611" name="未知用户216" initials="未" lastIdx="1" clrIdx="0"/>
  <p:cmAuthor id="612" name="未知用户266" initials="未" lastIdx="1" clrIdx="1"/>
  <p:cmAuthor id="613" name="未知用户243" initials="未" lastIdx="1" clrIdx="0"/>
  <p:cmAuthor id="691587970" name="小延魔法师" initials="小" lastIdx="1126286" clrIdx="0"/>
  <p:cmAuthor id="691587971" name="徐 正国" initials="徐" lastIdx="1" clrIdx="45"/>
  <p:cmAuthor id="691587972" name="冯江宁" initials="U" lastIdx="1" clrIdx="45"/>
  <p:cmAuthor id="691587973" name="wangyishi (A)" initials="w(" lastIdx="1" clrIdx="51"/>
  <p:cmAuthor id="29922660" name="杨强" initials="杨" lastIdx="0" clrIdx="0"/>
  <p:cmAuthor id="691587974" name="张雅欣" initials="张" lastIdx="1" clrIdx="52"/>
  <p:cmAuthor id="29922661" name="檀晟 陈" initials="檀晟" lastIdx="1" clrIdx="10"/>
  <p:cmAuthor id="691587975" name="何 伟" initials="何" lastIdx="1" clrIdx="53"/>
  <p:cmAuthor id="691587976" name="S 风" initials="S风" lastIdx="2" clrIdx="55"/>
  <p:cmAuthor id="630" name="v15194" initials="v" lastIdx="5" clrIdx="87"/>
  <p:cmAuthor id="658" name="Think" initials="T" lastIdx="6" clrIdx="3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yangxy" initials="y" lastIdx="1" clrIdx="88"/>
  <p:cmAuthor id="1159518718" name="吕有才" initials="吕" lastIdx="1" clrIdx="32"/>
  <p:cmAuthor id="387397525" name="王玉琦" initials="王" lastIdx="2" clrIdx="547"/>
  <p:cmAuthor id="1483810881" name="WPS_1679281038" initials="W" lastIdx="1" clrIdx="2"/>
  <p:cmAuthor id="8535702" name="曾蓓/贝贝" initials="曾" lastIdx="0" clrIdx="0"/>
  <p:cmAuthor id="210492765" name="施普希（菜菜）" initials="施" lastIdx="0" clrIdx="0"/>
  <p:cmAuthor id="210492766" name="yu 1" initials="y1" lastIdx="1" clrIdx="19"/>
  <p:cmAuthor id="210492767" name="易培 杜" initials="易杜" lastIdx="1" clrIdx="76"/>
  <p:cmAuthor id="1169615018" name="甘孟壮" initials="甘" lastIdx="1" clrIdx="75"/>
  <p:cmAuthor id="210492768" name="gus9@chinaunicom.cn" initials="g" lastIdx="2" clrIdx="27"/>
  <p:cmAuthor id="394525608" name="仇怿俊" initials="仇" lastIdx="0" clrIdx="0"/>
  <p:cmAuthor id="394525609" name="陈 贤栋" initials="陈" lastIdx="17" clrIdx="37"/>
  <p:cmAuthor id="394525610" name="dengwanting" initials="d" lastIdx="1" clrIdx="50"/>
  <p:cmAuthor id="394525611" name="lvjun" initials="l" lastIdx="2" clrIdx="40"/>
  <p:cmAuthor id="394525612" name="goulei" initials="g" lastIdx="2" clrIdx="41"/>
  <p:cmAuthor id="2004" name="Sunshine" initials="LS" lastIdx="1" clrIdx="26"/>
  <p:cmAuthor id="2005" name="Cynthia L" initials="CL" lastIdx="1" clrIdx="37"/>
  <p:cmAuthor id="2006" name="qsl" initials="q" lastIdx="3" clrIdx="38"/>
  <p:cmAuthor id="1411827" name="黄晓平" initials="黄" lastIdx="0" clrIdx="0"/>
  <p:cmAuthor id="1411828" name="Jarod" initials="J" lastIdx="6" clrIdx="43"/>
  <p:cmAuthor id="1411829" name="haha" initials="h" lastIdx="2" clrIdx="44"/>
  <p:cmAuthor id="1346932339" name="Jason" initials="J" lastIdx="3" clrIdx="74"/>
  <p:cmAuthor id="47245819" name="群智集" initials="群" lastIdx="0" clrIdx="0"/>
  <p:cmAuthor id="47245821" name="郏鹏" initials="M" lastIdx="1" clrIdx="17"/>
  <p:cmAuthor id="287643683" name="8310" initials="8" lastIdx="1" clrIdx="35"/>
  <p:cmAuthor id="287643684" name="Aqf" initials="A" lastIdx="1" clrIdx="36"/>
  <p:cmAuthor id="287643685" name="songlinyan" initials="s" lastIdx="2" clrIdx="44"/>
  <p:cmAuthor id="287643686" name="YaoChunfen" initials="Y" lastIdx="1" clrIdx="39"/>
  <p:cmAuthor id="146566726" name="高飞" initials="高" lastIdx="0" clrIdx="0"/>
  <p:cmAuthor id="287643687" name="cheng" initials="c" lastIdx="13" clrIdx="0"/>
  <p:cmAuthor id="146566727" name="hedaxiaopeng@126.com" initials="h" lastIdx="1" clrIdx="1"/>
  <p:cmAuthor id="287643688" name="方少_UbQfrimU" initials="authorId_442114952" lastIdx="0" clrIdx="0"/>
  <p:cmAuthor id="287643689" name="叶盛_Q3A3IfEf" initials="authorId_506280334" lastIdx="0" clrIdx="0"/>
  <p:cmAuthor id="287643690" name="Harley._bEJrUJ7r" initials="authorId_432156705" lastIdx="0" clrIdx="0"/>
  <p:cmAuthor id="287643691" name="罗平_VB7vJb2E" initials="authorId_305049361" lastIdx="0" clrIdx="0"/>
  <p:cmAuthor id="287643692" name="xixi_nUjqe22E" initials="authorId_359229261" lastIdx="0" clrIdx="0"/>
  <p:cmAuthor id="287643693" name="安安_zm6nYnYZ" initials="authorId_347340296" lastIdx="0" clrIdx="0"/>
  <p:cmAuthor id="287643696" name="周君_MfIffYra" initials="authorId_375419134" lastIdx="0" clrIdx="0"/>
  <p:cmAuthor id="657" name="刘飞香" initials="刘" lastIdx="0" clrIdx="656"/>
  <p:cmAuthor id="659" name="崔嘉然" initials="崔" lastIdx="0" clrIdx="658"/>
  <p:cmAuthor id="660" name="昌" initials="昌" lastIdx="0" clrIdx="659"/>
  <p:cmAuthor id="661" name="HFY" initials="H" lastIdx="0" clrIdx="660"/>
  <p:cmAuthor id="667" name="猫猫" initials="猫猫" lastIdx="0" clrIdx="666"/>
  <p:cmAuthor id="670" name="GLW" initials="G" lastIdx="0" clrIdx="669"/>
  <p:cmAuthor id="671" name="未知用户38" initials="未" lastIdx="0" clrIdx="670"/>
  <p:cmAuthor id="673" name="李凯华" initials="李" lastIdx="0" clrIdx="672"/>
  <p:cmAuthor id="674" name="姜 晗" initials="姜" lastIdx="0" clrIdx="673"/>
  <p:cmAuthor id="675" name="未知用户12" initials="未" lastIdx="0" clrIdx="674"/>
  <p:cmAuthor id="676" name="邹 明" initials="邹" lastIdx="0" clrIdx="675"/>
  <p:cmAuthor id="679" name="Microsoft Office 用户" initials="M" lastIdx="0" clrIdx="678"/>
  <p:cmAuthor id="680" name="未知用户9" initials="未" lastIdx="0" clrIdx="679"/>
  <p:cmAuthor id="681" name="未知用户10" initials="未" lastIdx="0" clrIdx="680"/>
  <p:cmAuthor id="683" name="张雪鹏" initials="张" lastIdx="0" clrIdx="682"/>
  <p:cmAuthor id="684" name="USER" initials="U" lastIdx="0" clrIdx="683"/>
  <p:cmAuthor id="685" name="34521" initials="3" lastIdx="0" clrIdx="684"/>
  <p:cmAuthor id="686" name="Teng Houxing" initials="Tenghx" lastIdx="0" clrIdx="685"/>
  <p:cmAuthor id="687" name="冯学书" initials="冯" lastIdx="0" clrIdx="686"/>
  <p:cmAuthor id="688" name="HP" initials="H" lastIdx="0" clrIdx="687"/>
  <p:cmAuthor id="689" name="13936" initials="1" lastIdx="0" clrIdx="68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3B"/>
    <a:srgbClr val="FFFFFF"/>
    <a:srgbClr val="06C8FF"/>
    <a:srgbClr val="5F5F5F"/>
    <a:srgbClr val="C00000"/>
    <a:srgbClr val="595959"/>
    <a:srgbClr val="4CCBCD"/>
    <a:srgbClr val="ED9745"/>
    <a:srgbClr val="2B6772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545"/>
        <p:guide pos="378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1" Type="http://schemas.openxmlformats.org/officeDocument/2006/relationships/tags" Target="tags/tag284.xml"/><Relationship Id="rId50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194" y="746125"/>
            <a:ext cx="6615289" cy="3721100"/>
          </a:xfrm>
          <a:ln>
            <a:miter/>
          </a:ln>
        </p:spPr>
      </p:sp>
      <p:sp>
        <p:nvSpPr>
          <p:cNvPr id="14338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398" tIns="45699" rIns="91398" bIns="45699" anchor="t" anchorCtr="0"/>
          <a:lstStyle/>
          <a:p>
            <a:pPr lvl="0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png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image" Target="../media/image1.png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jpeg"/><Relationship Id="rId8" Type="http://schemas.openxmlformats.org/officeDocument/2006/relationships/tags" Target="../tags/tag77.xml"/><Relationship Id="rId7" Type="http://schemas.openxmlformats.org/officeDocument/2006/relationships/image" Target="../media/image2.png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image" Target="../media/image5.jpeg"/><Relationship Id="rId7" Type="http://schemas.openxmlformats.org/officeDocument/2006/relationships/tags" Target="../tags/tag82.xml"/><Relationship Id="rId6" Type="http://schemas.openxmlformats.org/officeDocument/2006/relationships/image" Target="../media/image4.png"/><Relationship Id="rId5" Type="http://schemas.openxmlformats.org/officeDocument/2006/relationships/tags" Target="../tags/tag81.xml"/><Relationship Id="rId4" Type="http://schemas.openxmlformats.org/officeDocument/2006/relationships/image" Target="../media/image2.png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image" Target="../media/image7.jpeg"/><Relationship Id="rId11" Type="http://schemas.openxmlformats.org/officeDocument/2006/relationships/tags" Target="../tags/tag84.xml"/><Relationship Id="rId10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image" Target="../media/image6.jpeg"/><Relationship Id="rId7" Type="http://schemas.openxmlformats.org/officeDocument/2006/relationships/tags" Target="../tags/tag90.xml"/><Relationship Id="rId6" Type="http://schemas.openxmlformats.org/officeDocument/2006/relationships/image" Target="../media/image4.png"/><Relationship Id="rId5" Type="http://schemas.openxmlformats.org/officeDocument/2006/relationships/tags" Target="../tags/tag89.xml"/><Relationship Id="rId4" Type="http://schemas.openxmlformats.org/officeDocument/2006/relationships/image" Target="../media/image2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4" Type="http://schemas.openxmlformats.org/officeDocument/2006/relationships/image" Target="../media/image8.png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.bin"/><Relationship Id="rId8" Type="http://schemas.openxmlformats.org/officeDocument/2006/relationships/tags" Target="../tags/tag100.xml"/><Relationship Id="rId7" Type="http://schemas.openxmlformats.org/officeDocument/2006/relationships/image" Target="../media/image2.png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2" Type="http://schemas.openxmlformats.org/officeDocument/2006/relationships/vmlDrawing" Target="../drawings/vmlDrawing1.vml"/><Relationship Id="rId11" Type="http://schemas.openxmlformats.org/officeDocument/2006/relationships/tags" Target="../tags/tag101.xml"/><Relationship Id="rId10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7" Type="http://schemas.openxmlformats.org/officeDocument/2006/relationships/image" Target="../media/image10.png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21.xml"/><Relationship Id="rId5" Type="http://schemas.openxmlformats.org/officeDocument/2006/relationships/image" Target="../media/image11.png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7" descr="logo有英文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46733" y="165100"/>
            <a:ext cx="2091267" cy="6731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075" name="Straight Connector 9"/>
          <p:cNvCxnSpPr/>
          <p:nvPr userDrawn="1">
            <p:custDataLst>
              <p:tags r:id="rId4"/>
            </p:custDataLst>
          </p:nvPr>
        </p:nvCxnSpPr>
        <p:spPr>
          <a:xfrm>
            <a:off x="-10583" y="933451"/>
            <a:ext cx="12202583" cy="0"/>
          </a:xfrm>
          <a:prstGeom prst="line">
            <a:avLst/>
          </a:prstGeom>
          <a:ln w="53975" cap="flat" cmpd="thinThick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9093200" y="6326717"/>
            <a:ext cx="2844800" cy="36618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pPr fontAlgn="auto"/>
            <a:fld id="{2EEFC946-6D13-4F8C-9740-992A906A613E}" type="slidenum">
              <a:rPr lang="zh-CN" altLang="en-US" strike="noStrike" noProof="1" smtClean="0"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pPr fontAlgn="auto"/>
            <a:fld id="{2EEFC946-6D13-4F8C-9740-992A906A613E}" type="slidenum">
              <a:rPr lang="zh-CN" altLang="en-US" strike="noStrike" noProof="1" smtClean="0"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7" descr="logo有英文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46733" y="165100"/>
            <a:ext cx="2091267" cy="6731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4099" name="Straight Connector 9"/>
          <p:cNvCxnSpPr/>
          <p:nvPr userDrawn="1">
            <p:custDataLst>
              <p:tags r:id="rId4"/>
            </p:custDataLst>
          </p:nvPr>
        </p:nvCxnSpPr>
        <p:spPr>
          <a:xfrm>
            <a:off x="-10583" y="933451"/>
            <a:ext cx="12202583" cy="0"/>
          </a:xfrm>
          <a:prstGeom prst="line">
            <a:avLst/>
          </a:prstGeom>
          <a:ln w="53975" cap="flat" cmpd="thinThick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标题 2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 flipH="1">
            <a:off x="9264352" y="165947"/>
            <a:ext cx="279320" cy="182892"/>
          </a:xfrm>
        </p:spPr>
        <p:txBody>
          <a:bodyPr/>
          <a:lstStyle/>
          <a:p>
            <a:pPr fontAlgn="auto"/>
            <a:r>
              <a:rPr lang="en-US" altLang="zh-CN" strike="noStrike" noProof="1"/>
              <a:t> </a:t>
            </a:r>
            <a:endParaRPr lang="zh-CN" altLang="en-US" strike="noStrike" noProof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>
          <a:xfrm>
            <a:off x="9167284" y="6400800"/>
            <a:ext cx="2844800" cy="36406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pPr fontAlgn="auto"/>
            <a:fld id="{2EEFC946-6D13-4F8C-9740-992A906A613E}" type="slidenum">
              <a:rPr lang="zh-CN" altLang="en-US" strike="noStrike" noProof="1" smtClean="0"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1" cy="158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黑体简体" panose="02000000000000000000" pitchFamily="2" charset="-122"/>
              <a:ea typeface="方正黑体简体" panose="02000000000000000000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5123" name="Straight Connector 9"/>
          <p:cNvCxnSpPr/>
          <p:nvPr>
            <p:custDataLst>
              <p:tags r:id="rId3"/>
            </p:custDataLst>
          </p:nvPr>
        </p:nvCxnSpPr>
        <p:spPr>
          <a:xfrm>
            <a:off x="465667" y="1024467"/>
            <a:ext cx="11724217" cy="0"/>
          </a:xfrm>
          <a:prstGeom prst="line">
            <a:avLst/>
          </a:prstGeom>
          <a:ln w="53975" cap="flat" cmpd="thinThick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96" name="Slide Number Placeholder 5"/>
          <p:cNvSpPr txBox="1"/>
          <p:nvPr>
            <p:custDataLst>
              <p:tags r:id="rId4"/>
            </p:custDataLst>
          </p:nvPr>
        </p:nvSpPr>
        <p:spPr>
          <a:xfrm flipH="1">
            <a:off x="11057467" y="6551084"/>
            <a:ext cx="677333" cy="160867"/>
          </a:xfrm>
          <a:prstGeom prst="rect">
            <a:avLst/>
          </a:prstGeom>
          <a:noFill/>
          <a:ln w="9525">
            <a:noFill/>
          </a:ln>
        </p:spPr>
        <p:txBody>
          <a:bodyPr lIns="121860" tIns="60928" rIns="0" bIns="60928" anchor="ctr" anchorCtr="0"/>
          <a:lstStyle/>
          <a:p>
            <a:pPr lvl="0" algn="r" fontAlgn="auto"/>
            <a:fld id="{9A0DB2DC-4C9A-4742-B13C-FB6460FD3503}" type="slidenum">
              <a:rPr lang="en-US" altLang="zh-CN" sz="1100" strike="noStrike" noProof="1" dirty="0">
                <a:solidFill>
                  <a:srgbClr val="768395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rPr>
            </a:fld>
            <a:endParaRPr lang="en-US" altLang="zh-CN" sz="1100" strike="noStrike" noProof="1">
              <a:solidFill>
                <a:srgbClr val="768395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8197" name="Slide Number Placeholder 5"/>
          <p:cNvSpPr txBox="1"/>
          <p:nvPr>
            <p:custDataLst>
              <p:tags r:id="rId5"/>
            </p:custDataLst>
          </p:nvPr>
        </p:nvSpPr>
        <p:spPr>
          <a:xfrm flipH="1">
            <a:off x="11057467" y="6551084"/>
            <a:ext cx="677333" cy="160867"/>
          </a:xfrm>
          <a:prstGeom prst="rect">
            <a:avLst/>
          </a:prstGeom>
          <a:noFill/>
          <a:ln w="9525">
            <a:noFill/>
          </a:ln>
        </p:spPr>
        <p:txBody>
          <a:bodyPr lIns="121860" tIns="60928" rIns="0" bIns="60928" anchor="ctr" anchorCtr="0"/>
          <a:lstStyle/>
          <a:p>
            <a:pPr lvl="0" algn="r" fontAlgn="auto"/>
            <a:fld id="{9A0DB2DC-4C9A-4742-B13C-FB6460FD3503}" type="slidenum">
              <a:rPr lang="en-US" altLang="zh-CN" sz="1100" strike="noStrike" noProof="1" dirty="0">
                <a:solidFill>
                  <a:srgbClr val="768395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rPr>
            </a:fld>
            <a:endParaRPr lang="en-US" altLang="zh-CN" sz="1100" strike="noStrike" noProof="1">
              <a:solidFill>
                <a:srgbClr val="768395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5126" name="图片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r="39671"/>
          <a:stretch>
            <a:fillRect/>
          </a:stretch>
        </p:blipFill>
        <p:spPr>
          <a:xfrm>
            <a:off x="10949517" y="129117"/>
            <a:ext cx="785283" cy="7704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7" name="图片 10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 l="32428" t="-2" r="9470" b="155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  <p:custDataLst>
              <p:tags r:id="rId10"/>
            </p:custDataLst>
          </p:nvPr>
        </p:nvSpPr>
        <p:spPr>
          <a:xfrm>
            <a:off x="9167284" y="6400800"/>
            <a:ext cx="2844800" cy="36406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pPr fontAlgn="auto"/>
            <a:fld id="{2EEFC946-6D13-4F8C-9740-992A906A613E}" type="slidenum">
              <a:rPr lang="zh-CN" altLang="en-US" strike="noStrike" noProof="1" smtClean="0"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首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25"/>
          <p:cNvCxnSpPr/>
          <p:nvPr>
            <p:custDataLst>
              <p:tags r:id="rId2"/>
            </p:custDataLst>
          </p:nvPr>
        </p:nvCxnSpPr>
        <p:spPr>
          <a:xfrm>
            <a:off x="0" y="3452284"/>
            <a:ext cx="1219411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7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r="39671"/>
          <a:stretch>
            <a:fillRect/>
          </a:stretch>
        </p:blipFill>
        <p:spPr>
          <a:xfrm>
            <a:off x="518584" y="302684"/>
            <a:ext cx="787400" cy="76834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图片 1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987367" y="5014384"/>
            <a:ext cx="3158067" cy="179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Picture 2" descr="C:\Users\lenovo\Desktop\LNG.jpg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110817" y="5008033"/>
            <a:ext cx="2849033" cy="180128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Picture 5" descr="C:\Users\lenovo\Desktop\地下储气库.jpg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086100" y="5010151"/>
            <a:ext cx="2997200" cy="179704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1" name="图片 16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8684" y="5008033"/>
            <a:ext cx="3009900" cy="17928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3"/>
            </p:custDataLst>
          </p:nvPr>
        </p:nvSpPr>
        <p:spPr>
          <a:xfrm>
            <a:off x="1013001" y="3979477"/>
            <a:ext cx="10118187" cy="751947"/>
          </a:xfrm>
          <a:prstGeom prst="rect">
            <a:avLst/>
          </a:prstGeom>
        </p:spPr>
        <p:txBody>
          <a:bodyPr lIns="0" tIns="0" rIns="91432" bIns="45718" anchor="b" anchorCtr="0">
            <a:noAutofit/>
          </a:bodyPr>
          <a:lstStyle>
            <a:lvl1pPr algn="ctr">
              <a:lnSpc>
                <a:spcPct val="100000"/>
              </a:lnSpc>
              <a:defRPr sz="3600" b="1" spc="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Arial" panose="020B06040202020202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GB" strike="noStrike" noProof="1"/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0"/>
            <p:custDataLst>
              <p:tags r:id="rId14"/>
            </p:custDataLst>
          </p:nvPr>
        </p:nvSpPr>
        <p:spPr>
          <a:xfrm>
            <a:off x="1013001" y="4764229"/>
            <a:ext cx="10118187" cy="467563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 algn="ct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2000" b="1" kern="1200" spc="0" baseline="0" dirty="0" smtClean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lang="en-US" sz="2700" b="0" kern="1200" spc="0" baseline="0" dirty="0" smtClean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-105" charset="-52"/>
                <a:cs typeface="Arial" panose="020B0604020202020204" pitchFamily="34" charset="0"/>
              </a:defRPr>
            </a:lvl2pPr>
            <a:lvl3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lang="en-US" sz="2700" b="0" kern="1200" spc="0" baseline="0" dirty="0" smtClean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-105" charset="-52"/>
                <a:cs typeface="Arial" panose="020B0604020202020204" pitchFamily="34" charset="0"/>
              </a:defRPr>
            </a:lvl3pPr>
            <a:lvl4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lang="en-US" sz="2700" b="0" kern="1200" spc="0" baseline="0" dirty="0" smtClean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-105" charset="-52"/>
                <a:cs typeface="Arial" panose="020B0604020202020204" pitchFamily="34" charset="0"/>
              </a:defRPr>
            </a:lvl4pPr>
            <a:lvl5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lang="en-AU" sz="2700" b="0" kern="1200" spc="0" baseline="0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-105" charset="-52"/>
                <a:cs typeface="Arial" panose="020B0604020202020204" pitchFamily="34" charset="0"/>
              </a:defRPr>
            </a:lvl5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首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25"/>
          <p:cNvCxnSpPr/>
          <p:nvPr>
            <p:custDataLst>
              <p:tags r:id="rId2"/>
            </p:custDataLst>
          </p:nvPr>
        </p:nvCxnSpPr>
        <p:spPr>
          <a:xfrm>
            <a:off x="0" y="3452284"/>
            <a:ext cx="1219411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7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r="39671"/>
          <a:stretch>
            <a:fillRect/>
          </a:stretch>
        </p:blipFill>
        <p:spPr>
          <a:xfrm>
            <a:off x="518584" y="302684"/>
            <a:ext cx="787400" cy="76834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图片 1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987367" y="5014384"/>
            <a:ext cx="3158067" cy="179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Picture 5" descr="C:\Users\lenovo\Desktop\地下储气库.jpg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086100" y="5010151"/>
            <a:ext cx="2997200" cy="179704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1" name="图片 16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8684" y="5008033"/>
            <a:ext cx="3009900" cy="17928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1"/>
            </p:custDataLst>
          </p:nvPr>
        </p:nvSpPr>
        <p:spPr>
          <a:xfrm>
            <a:off x="1103595" y="1317557"/>
            <a:ext cx="10118187" cy="751947"/>
          </a:xfrm>
          <a:prstGeom prst="rect">
            <a:avLst/>
          </a:prstGeom>
        </p:spPr>
        <p:txBody>
          <a:bodyPr lIns="0" tIns="0" rIns="91432" bIns="45718" anchor="b" anchorCtr="0">
            <a:noAutofit/>
          </a:bodyPr>
          <a:lstStyle>
            <a:lvl1pPr algn="ctr">
              <a:lnSpc>
                <a:spcPct val="100000"/>
              </a:lnSpc>
              <a:defRPr sz="3600" b="1" spc="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Arial" panose="020B06040202020202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GB" strike="noStrike" noProof="1"/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0"/>
            <p:custDataLst>
              <p:tags r:id="rId12"/>
            </p:custDataLst>
          </p:nvPr>
        </p:nvSpPr>
        <p:spPr>
          <a:xfrm>
            <a:off x="1013001" y="4005616"/>
            <a:ext cx="10118187" cy="467563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 algn="ct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2000" b="1" kern="1200" spc="0" baseline="0" dirty="0" smtClean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lang="en-US" sz="2700" b="0" kern="1200" spc="0" baseline="0" dirty="0" smtClean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-105" charset="-52"/>
                <a:cs typeface="Arial" panose="020B0604020202020204" pitchFamily="34" charset="0"/>
              </a:defRPr>
            </a:lvl2pPr>
            <a:lvl3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lang="en-US" sz="2700" b="0" kern="1200" spc="0" baseline="0" dirty="0" smtClean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-105" charset="-52"/>
                <a:cs typeface="Arial" panose="020B0604020202020204" pitchFamily="34" charset="0"/>
              </a:defRPr>
            </a:lvl3pPr>
            <a:lvl4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lang="en-US" sz="2700" b="0" kern="1200" spc="0" baseline="0" dirty="0" smtClean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-105" charset="-52"/>
                <a:cs typeface="Arial" panose="020B0604020202020204" pitchFamily="34" charset="0"/>
              </a:defRPr>
            </a:lvl4pPr>
            <a:lvl5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lang="en-AU" sz="2700" b="0" kern="1200" spc="0" baseline="0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-105" charset="-52"/>
                <a:cs typeface="Arial" panose="020B0604020202020204" pitchFamily="34" charset="0"/>
              </a:defRPr>
            </a:lvl5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/>
          <a:srcRect l="3549" r="4389"/>
          <a:stretch>
            <a:fillRect/>
          </a:stretch>
        </p:blipFill>
        <p:spPr>
          <a:xfrm>
            <a:off x="6073140" y="5025813"/>
            <a:ext cx="2914227" cy="179832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1" cy="158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方正黑体简体" panose="02000000000000000000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195" name="Straight Connector 9"/>
          <p:cNvSpPr/>
          <p:nvPr>
            <p:custDataLst>
              <p:tags r:id="rId3"/>
            </p:custDataLst>
          </p:nvPr>
        </p:nvSpPr>
        <p:spPr>
          <a:xfrm>
            <a:off x="465139" y="1023939"/>
            <a:ext cx="11725275" cy="0"/>
          </a:xfrm>
          <a:prstGeom prst="line">
            <a:avLst/>
          </a:prstGeom>
          <a:ln w="53975" cap="flat" cmpd="thinThick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6" name="Slide Number Placeholder 5"/>
          <p:cNvSpPr txBox="1"/>
          <p:nvPr>
            <p:custDataLst>
              <p:tags r:id="rId4"/>
            </p:custDataLst>
          </p:nvPr>
        </p:nvSpPr>
        <p:spPr>
          <a:xfrm flipH="1">
            <a:off x="11056939" y="6550025"/>
            <a:ext cx="677863" cy="161925"/>
          </a:xfrm>
          <a:prstGeom prst="rect">
            <a:avLst/>
          </a:prstGeom>
          <a:noFill/>
          <a:ln w="9525">
            <a:noFill/>
          </a:ln>
        </p:spPr>
        <p:txBody>
          <a:bodyPr lIns="121860" tIns="60928" rIns="0" bIns="60928" anchor="ctr" anchorCtr="0"/>
          <a:lstStyle/>
          <a:p>
            <a:pPr lvl="0" algn="r"/>
            <a:fld id="{9A0DB2DC-4C9A-4742-B13C-FB6460FD3503}" type="slidenum">
              <a:rPr lang="en-US" altLang="zh-CN" sz="1100" dirty="0">
                <a:solidFill>
                  <a:srgbClr val="768395"/>
                </a:solidFill>
                <a:latin typeface="Agfa Rotis Sans Serif"/>
                <a:ea typeface="方正黑体简体" panose="02000000000000000000" pitchFamily="2" charset="-122"/>
              </a:rPr>
            </a:fld>
            <a:endParaRPr lang="en-US" altLang="zh-CN" sz="1100" dirty="0">
              <a:solidFill>
                <a:srgbClr val="768395"/>
              </a:solidFill>
              <a:latin typeface="Agfa Rotis Sans Serif"/>
              <a:ea typeface="方正黑体简体" panose="02000000000000000000" pitchFamily="2" charset="-122"/>
            </a:endParaRPr>
          </a:p>
        </p:txBody>
      </p:sp>
      <p:sp>
        <p:nvSpPr>
          <p:cNvPr id="8197" name="Slide Number Placeholder 5"/>
          <p:cNvSpPr txBox="1"/>
          <p:nvPr>
            <p:custDataLst>
              <p:tags r:id="rId5"/>
            </p:custDataLst>
          </p:nvPr>
        </p:nvSpPr>
        <p:spPr>
          <a:xfrm flipH="1">
            <a:off x="11056939" y="6550025"/>
            <a:ext cx="677863" cy="161925"/>
          </a:xfrm>
          <a:prstGeom prst="rect">
            <a:avLst/>
          </a:prstGeom>
          <a:noFill/>
          <a:ln w="9525">
            <a:noFill/>
          </a:ln>
        </p:spPr>
        <p:txBody>
          <a:bodyPr lIns="121860" tIns="60928" rIns="0" bIns="60928" anchor="ctr" anchorCtr="0"/>
          <a:lstStyle/>
          <a:p>
            <a:pPr lvl="0" algn="r"/>
            <a:fld id="{9A0DB2DC-4C9A-4742-B13C-FB6460FD3503}" type="slidenum">
              <a:rPr lang="en-US" altLang="zh-CN" sz="1100" dirty="0">
                <a:solidFill>
                  <a:srgbClr val="768395"/>
                </a:solidFill>
                <a:latin typeface="Agfa Rotis Sans Serif"/>
                <a:ea typeface="方正黑体简体" panose="02000000000000000000" pitchFamily="2" charset="-122"/>
              </a:rPr>
            </a:fld>
            <a:endParaRPr lang="en-US" altLang="zh-CN" sz="1100" dirty="0">
              <a:solidFill>
                <a:srgbClr val="768395"/>
              </a:solidFill>
              <a:latin typeface="Agfa Rotis Sans Serif"/>
              <a:ea typeface="方正黑体简体" panose="02000000000000000000" pitchFamily="2" charset="-122"/>
            </a:endParaRPr>
          </a:p>
        </p:txBody>
      </p:sp>
      <p:pic>
        <p:nvPicPr>
          <p:cNvPr id="8198" name="图片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r="39671"/>
          <a:stretch>
            <a:fillRect/>
          </a:stretch>
        </p:blipFill>
        <p:spPr>
          <a:xfrm>
            <a:off x="10948988" y="130175"/>
            <a:ext cx="785812" cy="769939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199" name="Object 3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9" imgW="7620" imgH="7620" progId="">
                  <p:embed/>
                </p:oleObj>
              </mc:Choice>
              <mc:Fallback>
                <p:oleObj name="" r:id="rId9" imgW="7620" imgH="762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 hidden="1"/>
          <p:cNvSpPr/>
          <p:nvPr>
            <p:custDataLst>
              <p:tags r:id="rId11"/>
            </p:custDataLst>
          </p:nvPr>
        </p:nvSpPr>
        <p:spPr>
          <a:xfrm>
            <a:off x="0" y="0"/>
            <a:ext cx="158751" cy="158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7"/>
          <p:cNvSpPr>
            <a:spLocks noGrp="1" noChangeArrowheads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533063" y="6525261"/>
            <a:ext cx="2813051" cy="473075"/>
          </a:xfrm>
        </p:spPr>
        <p:txBody>
          <a:bodyPr/>
          <a:lstStyle/>
          <a:p>
            <a:fld id="{A792ED00-7F41-4076-A57C-21688D57DEF6}" type="slidenum">
              <a:rPr lang="zh-SG" altLang="en-US"/>
            </a:fld>
            <a:br>
              <a:rPr lang="en-US" altLang="zh-SG"/>
            </a:br>
            <a:endParaRPr lang="en-US" altLang="zh-SG"/>
          </a:p>
        </p:txBody>
      </p:sp>
    </p:spTree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>
            <a:lvl1pPr>
              <a:buNone/>
              <a:defRPr/>
            </a:lvl1pPr>
            <a:lvl2pPr>
              <a:defRPr sz="1600"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19F637-1416-468C-BB78-A50ACB2B0C1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720" y="186668"/>
            <a:ext cx="1951391" cy="835055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>
            <p:custDataLst>
              <p:tags r:id="rId8"/>
            </p:custDataLst>
          </p:nvPr>
        </p:nvCxnSpPr>
        <p:spPr>
          <a:xfrm flipH="1">
            <a:off x="498475" y="950913"/>
            <a:ext cx="1135697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/>
        <p:txBody>
          <a:bodyPr/>
          <a:lstStyle/>
          <a:p>
            <a:fld id="{C807BB2B-20B0-441D-A11E-1A1E59FE4D4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矩形 2"/>
          <p:cNvSpPr/>
          <p:nvPr userDrawn="1">
            <p:custDataLst>
              <p:tags r:id="rId3"/>
            </p:custDataLst>
          </p:nvPr>
        </p:nvSpPr>
        <p:spPr>
          <a:xfrm>
            <a:off x="340656" y="180091"/>
            <a:ext cx="636495" cy="699247"/>
          </a:xfrm>
          <a:prstGeom prst="rect">
            <a:avLst/>
          </a:prstGeom>
          <a:solidFill>
            <a:schemeClr val="bg1"/>
          </a:solidFill>
          <a:ln>
            <a:noFill/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6" name="Picture 2" descr="C:\Users\hanzhao\Desktop\管网.png"/>
          <p:cNvPicPr>
            <a:picLocks noChangeAspect="1" noChangeArrowheads="1"/>
          </p:cNvPicPr>
          <p:nvPr userDrawn="1"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5564" y="199516"/>
            <a:ext cx="673103" cy="6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23" name="Straight Connector 9"/>
          <p:cNvCxnSpPr/>
          <p:nvPr userDrawn="1">
            <p:custDataLst>
              <p:tags r:id="rId6"/>
            </p:custDataLst>
          </p:nvPr>
        </p:nvCxnSpPr>
        <p:spPr>
          <a:xfrm>
            <a:off x="465139" y="1023939"/>
            <a:ext cx="11725275" cy="0"/>
          </a:xfrm>
          <a:prstGeom prst="line">
            <a:avLst/>
          </a:prstGeom>
          <a:ln w="53975" cap="flat" cmpd="thinThick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117600" y="8475133"/>
            <a:ext cx="3657600" cy="486833"/>
          </a:xfrm>
        </p:spPr>
        <p:txBody>
          <a:bodyPr/>
          <a:lstStyle>
            <a:lvl1pPr>
              <a:defRPr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384800" y="8475133"/>
            <a:ext cx="5486400" cy="486833"/>
          </a:xfrm>
        </p:spPr>
        <p:txBody>
          <a:bodyPr/>
          <a:lstStyle>
            <a:lvl1pPr>
              <a:defRPr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pPr fontAlgn="auto"/>
            <a:fld id="{2EEFC946-6D13-4F8C-9740-992A906A613E}" type="slidenum">
              <a:rPr lang="zh-CN" altLang="en-US" strike="noStrike" noProof="1" smtClean="0"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7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方正黑体简体" panose="02000000000000000000" pitchFamily="2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方正黑体简体" panose="020000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方正黑体简体" panose="02000000000000000000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方正黑体简体" panose="02000000000000000000" pitchFamily="2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方正黑体简体" panose="02000000000000000000" pitchFamily="2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方正黑体简体" panose="02000000000000000000" pitchFamily="2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方正黑体简体" panose="02000000000000000000" pitchFamily="2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方正黑体简体" panose="02000000000000000000" pitchFamily="2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方正黑体简体" panose="02000000000000000000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9600" y="275167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28" tIns="45714" rIns="91428" bIns="45714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6"/>
            </p:custDataLst>
          </p:nvPr>
        </p:nvSpPr>
        <p:spPr>
          <a:xfrm>
            <a:off x="609600" y="1600200"/>
            <a:ext cx="10972800" cy="4525433"/>
          </a:xfrm>
          <a:prstGeom prst="rect">
            <a:avLst/>
          </a:prstGeom>
          <a:noFill/>
          <a:ln w="9525">
            <a:noFill/>
          </a:ln>
        </p:spPr>
        <p:txBody>
          <a:bodyPr vert="horz" lIns="91428" tIns="45714" rIns="91428" bIns="45714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9167284" y="6400800"/>
            <a:ext cx="2844800" cy="36406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方正黑体简体" panose="02000000000000000000" pitchFamily="2" charset="-122"/>
              </a:defRPr>
            </a:lvl1pPr>
          </a:lstStyle>
          <a:p>
            <a:pPr fontAlgn="auto"/>
            <a:fld id="{2EEFC946-6D13-4F8C-9740-992A906A613E}" type="slidenum">
              <a:rPr lang="zh-CN" altLang="en-US" strike="noStrike" noProof="1" smtClean="0"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spd="slow"/>
  <p:hf sldNum="0"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+mn-cs"/>
        </a:defRPr>
      </a:lvl5pPr>
      <a:lvl6pPr marL="3352165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6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image" Target="../media/image2.png"/><Relationship Id="rId1" Type="http://schemas.openxmlformats.org/officeDocument/2006/relationships/tags" Target="../tags/tag128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33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tags" Target="../tags/tag13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48.xml"/><Relationship Id="rId3" Type="http://schemas.openxmlformats.org/officeDocument/2006/relationships/image" Target="../media/image14.png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image" Target="../media/image15.png"/><Relationship Id="rId1" Type="http://schemas.openxmlformats.org/officeDocument/2006/relationships/tags" Target="../tags/tag149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54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image" Target="../media/image18.png"/><Relationship Id="rId1" Type="http://schemas.openxmlformats.org/officeDocument/2006/relationships/tags" Target="../tags/tag15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image" Target="../media/image19.png"/><Relationship Id="rId1" Type="http://schemas.openxmlformats.org/officeDocument/2006/relationships/tags" Target="../tags/tag15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image" Target="../media/image20.png"/><Relationship Id="rId1" Type="http://schemas.openxmlformats.org/officeDocument/2006/relationships/tags" Target="../tags/tag16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image" Target="../media/image21.png"/><Relationship Id="rId1" Type="http://schemas.openxmlformats.org/officeDocument/2006/relationships/tags" Target="../tags/tag164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image" Target="../media/image24.png"/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tags" Target="../tags/tag16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tags" Target="../tags/tag17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image" Target="../media/image27.png"/><Relationship Id="rId1" Type="http://schemas.openxmlformats.org/officeDocument/2006/relationships/tags" Target="../tags/tag17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87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tags" Target="../tags/tag176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90.xml"/><Relationship Id="rId3" Type="http://schemas.openxmlformats.org/officeDocument/2006/relationships/image" Target="../media/image28.png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image" Target="../media/image29.png"/><Relationship Id="rId1" Type="http://schemas.openxmlformats.org/officeDocument/2006/relationships/tags" Target="../tags/tag191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image" Target="../media/image30.png"/><Relationship Id="rId1" Type="http://schemas.openxmlformats.org/officeDocument/2006/relationships/tags" Target="../tags/tag194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image" Target="../media/image31.png"/><Relationship Id="rId1" Type="http://schemas.openxmlformats.org/officeDocument/2006/relationships/tags" Target="../tags/tag19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" Type="http://schemas.openxmlformats.org/officeDocument/2006/relationships/image" Target="../media/image32.png"/><Relationship Id="rId1" Type="http://schemas.openxmlformats.org/officeDocument/2006/relationships/tags" Target="../tags/tag200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image" Target="../media/image33.png"/><Relationship Id="rId1" Type="http://schemas.openxmlformats.org/officeDocument/2006/relationships/tags" Target="../tags/tag203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image" Target="../media/image34.png"/><Relationship Id="rId1" Type="http://schemas.openxmlformats.org/officeDocument/2006/relationships/tags" Target="../tags/tag206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image" Target="../media/image35.png"/><Relationship Id="rId1" Type="http://schemas.openxmlformats.org/officeDocument/2006/relationships/tags" Target="../tags/tag20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tags" Target="../tags/tag212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tags" Target="../tags/tag226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tags" Target="../tags/tag225.xml"/><Relationship Id="rId1" Type="http://schemas.openxmlformats.org/officeDocument/2006/relationships/tags" Target="../tags/tag224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tags" Target="../tags/tag227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tags" Target="../tags/tag230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tags" Target="../tags/tag233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image" Target="../media/image44.png"/><Relationship Id="rId1" Type="http://schemas.openxmlformats.org/officeDocument/2006/relationships/tags" Target="../tags/tag236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image" Target="../media/image45.png"/><Relationship Id="rId1" Type="http://schemas.openxmlformats.org/officeDocument/2006/relationships/tags" Target="../tags/tag23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image" Target="../media/image46.png"/><Relationship Id="rId1" Type="http://schemas.openxmlformats.org/officeDocument/2006/relationships/tags" Target="../tags/tag242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47.xml"/><Relationship Id="rId3" Type="http://schemas.openxmlformats.org/officeDocument/2006/relationships/image" Target="../media/image47.png"/><Relationship Id="rId2" Type="http://schemas.openxmlformats.org/officeDocument/2006/relationships/tags" Target="../tags/tag246.xml"/><Relationship Id="rId1" Type="http://schemas.openxmlformats.org/officeDocument/2006/relationships/tags" Target="../tags/tag245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50.xml"/><Relationship Id="rId3" Type="http://schemas.openxmlformats.org/officeDocument/2006/relationships/image" Target="../media/image48.png"/><Relationship Id="rId2" Type="http://schemas.openxmlformats.org/officeDocument/2006/relationships/tags" Target="../tags/tag249.xml"/><Relationship Id="rId1" Type="http://schemas.openxmlformats.org/officeDocument/2006/relationships/tags" Target="../tags/tag248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tags" Target="../tags/tag253.xml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tags" Target="../tags/tag252.xml"/><Relationship Id="rId1" Type="http://schemas.openxmlformats.org/officeDocument/2006/relationships/tags" Target="../tags/tag251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tags" Target="../tags/tag25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68.xml"/><Relationship Id="rId3" Type="http://schemas.openxmlformats.org/officeDocument/2006/relationships/image" Target="../media/image51.png"/><Relationship Id="rId2" Type="http://schemas.openxmlformats.org/officeDocument/2006/relationships/tags" Target="../tags/tag267.xml"/><Relationship Id="rId1" Type="http://schemas.openxmlformats.org/officeDocument/2006/relationships/tags" Target="../tags/tag266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71.xml"/><Relationship Id="rId3" Type="http://schemas.openxmlformats.org/officeDocument/2006/relationships/image" Target="../media/image52.png"/><Relationship Id="rId2" Type="http://schemas.openxmlformats.org/officeDocument/2006/relationships/tags" Target="../tags/tag270.xml"/><Relationship Id="rId1" Type="http://schemas.openxmlformats.org/officeDocument/2006/relationships/tags" Target="../tags/tag269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image" Target="../media/image53.png"/><Relationship Id="rId1" Type="http://schemas.openxmlformats.org/officeDocument/2006/relationships/tags" Target="../tags/tag272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77.xml"/><Relationship Id="rId3" Type="http://schemas.openxmlformats.org/officeDocument/2006/relationships/image" Target="../media/image54.png"/><Relationship Id="rId2" Type="http://schemas.openxmlformats.org/officeDocument/2006/relationships/tags" Target="../tags/tag276.xml"/><Relationship Id="rId1" Type="http://schemas.openxmlformats.org/officeDocument/2006/relationships/tags" Target="../tags/tag275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80.xml"/><Relationship Id="rId3" Type="http://schemas.openxmlformats.org/officeDocument/2006/relationships/image" Target="../media/image55.png"/><Relationship Id="rId2" Type="http://schemas.openxmlformats.org/officeDocument/2006/relationships/tags" Target="../tags/tag279.xml"/><Relationship Id="rId1" Type="http://schemas.openxmlformats.org/officeDocument/2006/relationships/tags" Target="../tags/tag278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83.xml"/><Relationship Id="rId3" Type="http://schemas.openxmlformats.org/officeDocument/2006/relationships/image" Target="../media/image51.png"/><Relationship Id="rId2" Type="http://schemas.openxmlformats.org/officeDocument/2006/relationships/tags" Target="../tags/tag282.xml"/><Relationship Id="rId1" Type="http://schemas.openxmlformats.org/officeDocument/2006/relationships/tags" Target="../tags/tag28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57.jpeg"/><Relationship Id="rId1" Type="http://schemas.openxmlformats.org/officeDocument/2006/relationships/image" Target="../media/image5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39671"/>
          <a:stretch>
            <a:fillRect/>
          </a:stretch>
        </p:blipFill>
        <p:spPr>
          <a:xfrm>
            <a:off x="518584" y="302684"/>
            <a:ext cx="787400" cy="7683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Placeholder 7"/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>
          <a:xfrm>
            <a:off x="479425" y="2125345"/>
            <a:ext cx="11243945" cy="1377315"/>
          </a:xfrm>
        </p:spPr>
        <p:txBody>
          <a:bodyPr lIns="91432" tIns="45717" rIns="91432" bIns="45717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altLang="zh-CN" sz="4535" kern="1700" spc="200">
                <a:solidFill>
                  <a:srgbClr val="C000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lt"/>
              </a:rPr>
              <a:t>IMS</a:t>
            </a:r>
            <a:r>
              <a:rPr lang="zh-CN" altLang="en-US" sz="4535" kern="1700" spc="200">
                <a:solidFill>
                  <a:srgbClr val="C000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lt"/>
              </a:rPr>
              <a:t>系统巡检模块使用指南</a:t>
            </a:r>
            <a:endParaRPr lang="zh-CN" altLang="en-US" sz="4535" kern="1700" spc="200">
              <a:solidFill>
                <a:srgbClr val="C00000"/>
              </a:solidFill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  <a:sym typeface="+mn-lt"/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custDataLst>
              <p:tags r:id="rId2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前言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985" y="3200400"/>
            <a:ext cx="265049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400">
                <a:solidFill>
                  <a:schemeClr val="tx1"/>
                </a:solidFill>
              </a:rPr>
              <a:t>巡检管理主要流程：</a:t>
            </a:r>
            <a:endParaRPr lang="zh-CN" sz="2400">
              <a:solidFill>
                <a:srgbClr val="FF0000"/>
              </a:solidFill>
            </a:endParaRPr>
          </a:p>
        </p:txBody>
      </p:sp>
      <p:pic>
        <p:nvPicPr>
          <p:cNvPr id="2" name="图片 1" descr="时间轴（竖向）(1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4190" y="1092835"/>
            <a:ext cx="7912735" cy="52635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slow"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Group 4"/>
          <p:cNvGrpSpPr/>
          <p:nvPr/>
        </p:nvGrpSpPr>
        <p:grpSpPr>
          <a:xfrm>
            <a:off x="2834695" y="3345523"/>
            <a:ext cx="1728192" cy="1263829"/>
            <a:chOff x="909706" y="275790"/>
            <a:chExt cx="1296144" cy="947872"/>
          </a:xfrm>
        </p:grpSpPr>
        <p:sp>
          <p:nvSpPr>
            <p:cNvPr id="4" name="TextBox 5"/>
            <p:cNvSpPr txBox="1"/>
            <p:nvPr>
              <p:custDataLst>
                <p:tags r:id="rId1"/>
              </p:custDataLst>
            </p:nvPr>
          </p:nvSpPr>
          <p:spPr>
            <a:xfrm>
              <a:off x="909706" y="984429"/>
              <a:ext cx="1296144" cy="239233"/>
            </a:xfrm>
            <a:prstGeom prst="rect">
              <a:avLst/>
            </a:prstGeom>
            <a:noFill/>
          </p:spPr>
          <p:txBody>
            <a:bodyPr wrap="square" lIns="96000" tIns="0" rIns="96000" bIns="0" anchor="ctr" anchorCtr="1">
              <a:normAutofit/>
            </a:bodyPr>
            <a:p>
              <a:pPr algn="ctr" defTabSz="914400"/>
              <a:r>
                <a:rPr lang="en-US" altLang="zh-CN" sz="1865" dirty="0">
                  <a:solidFill>
                    <a:srgbClr val="778495"/>
                  </a:solidFill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CONTENTS</a:t>
              </a:r>
              <a:endParaRPr lang="en-US" altLang="zh-CN" sz="1865" dirty="0">
                <a:solidFill>
                  <a:srgbClr val="778495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  <p:sp>
          <p:nvSpPr>
            <p:cNvPr id="5" name="TextBox 6"/>
            <p:cNvSpPr txBox="1"/>
            <p:nvPr>
              <p:custDataLst>
                <p:tags r:id="rId2"/>
              </p:custDataLst>
            </p:nvPr>
          </p:nvSpPr>
          <p:spPr>
            <a:xfrm>
              <a:off x="909706" y="275790"/>
              <a:ext cx="1296144" cy="615553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rmAutofit/>
            </a:bodyPr>
            <a:p>
              <a:pPr algn="ctr" defTabSz="914400"/>
              <a:r>
                <a:rPr lang="zh-CN" altLang="en-US" sz="5335" b="1" dirty="0">
                  <a:solidFill>
                    <a:srgbClr val="8F9AA8"/>
                  </a:solidFill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目录</a:t>
              </a:r>
              <a:endParaRPr lang="zh-CN" altLang="en-US" sz="5335" b="1" dirty="0">
                <a:solidFill>
                  <a:srgbClr val="8F9AA8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</p:grpSp>
      <p:sp>
        <p:nvSpPr>
          <p:cNvPr id="28" name="Freeform: Shape 12"/>
          <p:cNvSpPr/>
          <p:nvPr>
            <p:custDataLst>
              <p:tags r:id="rId3"/>
            </p:custDataLst>
          </p:nvPr>
        </p:nvSpPr>
        <p:spPr bwMode="auto">
          <a:xfrm>
            <a:off x="4907280" y="2980690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二</a:t>
            </a:r>
            <a:endParaRPr lang="zh-CN" altLang="en-US" sz="3200" kern="0" dirty="0">
              <a:solidFill>
                <a:srgbClr val="FFFFFF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75" name="Freeform: Shape 12"/>
          <p:cNvSpPr/>
          <p:nvPr>
            <p:custDataLst>
              <p:tags r:id="rId4"/>
            </p:custDataLst>
          </p:nvPr>
        </p:nvSpPr>
        <p:spPr bwMode="auto">
          <a:xfrm>
            <a:off x="4907280" y="2240068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rgbClr val="C00000"/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chemeClr val="bg1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一</a:t>
            </a:r>
            <a:endParaRPr lang="zh-CN" altLang="en-US" sz="3200" kern="0" dirty="0">
              <a:solidFill>
                <a:schemeClr val="bg1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80" name="TextBox 19"/>
          <p:cNvSpPr txBox="1"/>
          <p:nvPr>
            <p:custDataLst>
              <p:tags r:id="rId5"/>
            </p:custDataLst>
          </p:nvPr>
        </p:nvSpPr>
        <p:spPr>
          <a:xfrm>
            <a:off x="5832475" y="2990215"/>
            <a:ext cx="4434205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巡检任务下发</a:t>
            </a:r>
            <a:endParaRPr lang="zh-CN" altLang="en-US" sz="2665" b="1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21" name="TextBox 19"/>
          <p:cNvSpPr txBox="1"/>
          <p:nvPr>
            <p:custDataLst>
              <p:tags r:id="rId7"/>
            </p:custDataLst>
          </p:nvPr>
        </p:nvSpPr>
        <p:spPr>
          <a:xfrm>
            <a:off x="5847715" y="2229485"/>
            <a:ext cx="5526405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FF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巡检标准管理</a:t>
            </a:r>
            <a:endParaRPr lang="zh-CN" altLang="en-US" sz="2665" b="1" dirty="0">
              <a:solidFill>
                <a:srgbClr val="FF0000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Freeform: Shape 12"/>
          <p:cNvSpPr/>
          <p:nvPr>
            <p:custDataLst>
              <p:tags r:id="rId8"/>
            </p:custDataLst>
          </p:nvPr>
        </p:nvSpPr>
        <p:spPr bwMode="auto">
          <a:xfrm>
            <a:off x="4907280" y="3721523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三</a:t>
            </a:r>
            <a:endParaRPr lang="zh-CN" altLang="en-US" sz="3200" kern="0" dirty="0">
              <a:solidFill>
                <a:srgbClr val="FFFFFF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6" name="TextBox 19"/>
          <p:cNvSpPr txBox="1"/>
          <p:nvPr>
            <p:custDataLst>
              <p:tags r:id="rId9"/>
            </p:custDataLst>
          </p:nvPr>
        </p:nvSpPr>
        <p:spPr>
          <a:xfrm>
            <a:off x="5832475" y="3796665"/>
            <a:ext cx="5085080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595959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巡检任务执行</a:t>
            </a:r>
            <a:endParaRPr lang="zh-CN" altLang="en-US" sz="2665" b="1" dirty="0">
              <a:solidFill>
                <a:srgbClr val="595959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0" name="Freeform: Shape 12"/>
          <p:cNvSpPr/>
          <p:nvPr>
            <p:custDataLst>
              <p:tags r:id="rId10"/>
            </p:custDataLst>
          </p:nvPr>
        </p:nvSpPr>
        <p:spPr bwMode="auto">
          <a:xfrm>
            <a:off x="4922520" y="4478443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四</a:t>
            </a:r>
            <a:endParaRPr lang="zh-CN" altLang="en-US" sz="3200" kern="0" dirty="0">
              <a:solidFill>
                <a:srgbClr val="FFFFFF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11" name="TextBox 19"/>
          <p:cNvSpPr txBox="1"/>
          <p:nvPr>
            <p:custDataLst>
              <p:tags r:id="rId11"/>
            </p:custDataLst>
          </p:nvPr>
        </p:nvSpPr>
        <p:spPr>
          <a:xfrm>
            <a:off x="5847715" y="4553585"/>
            <a:ext cx="3178810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595959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数据统计分析</a:t>
            </a:r>
            <a:endParaRPr lang="zh-CN" altLang="en-US" sz="2665" b="1" dirty="0">
              <a:solidFill>
                <a:srgbClr val="595959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</p:spTree>
    <p:custDataLst>
      <p:tags r:id="rId12"/>
    </p:custDataLst>
  </p:cSld>
  <p:clrMapOvr>
    <a:masterClrMapping/>
  </p:clrMapOvr>
  <p:transition spd="slow"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巡检标准管理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3135" y="1071245"/>
            <a:ext cx="10495280" cy="879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tx1"/>
                </a:solidFill>
              </a:rPr>
              <a:t>路径：油气站场</a:t>
            </a:r>
            <a:r>
              <a:rPr lang="en-US" altLang="zh-CN" sz="2400">
                <a:solidFill>
                  <a:schemeClr val="tx1"/>
                </a:solidFill>
              </a:rPr>
              <a:t>--&gt;“</a:t>
            </a:r>
            <a:r>
              <a:rPr lang="zh-CN" altLang="en-US" sz="2400">
                <a:solidFill>
                  <a:schemeClr val="tx1"/>
                </a:solidFill>
              </a:rPr>
              <a:t>设备巡检</a:t>
            </a:r>
            <a:r>
              <a:rPr lang="en-US" altLang="zh-CN" sz="2400">
                <a:solidFill>
                  <a:schemeClr val="tx1"/>
                </a:solidFill>
              </a:rPr>
              <a:t>”--&gt; “</a:t>
            </a:r>
            <a:r>
              <a:rPr lang="zh-CN" altLang="en-US" sz="2400">
                <a:solidFill>
                  <a:schemeClr val="tx1"/>
                </a:solidFill>
              </a:rPr>
              <a:t>巡检标准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。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巡检标准的录入，可分为两种方法，</a:t>
            </a:r>
            <a:r>
              <a:rPr lang="zh-CN" altLang="en-US" sz="2400">
                <a:solidFill>
                  <a:srgbClr val="FF0000"/>
                </a:solidFill>
              </a:rPr>
              <a:t>方法一直接新增，方法二模板导入。</a:t>
            </a:r>
            <a:endParaRPr lang="zh-CN" altLang="en-US" sz="2400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950085"/>
            <a:ext cx="11769090" cy="477139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custDataLst>
      <p:tags r:id="rId4"/>
    </p:custData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3135" y="1071245"/>
            <a:ext cx="10495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方法</a:t>
            </a:r>
            <a:r>
              <a:rPr lang="zh-CN" sz="2400">
                <a:solidFill>
                  <a:srgbClr val="FF0000"/>
                </a:solidFill>
              </a:rPr>
              <a:t>一直接新增</a:t>
            </a:r>
            <a:endParaRPr lang="zh-CN" altLang="en-US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step1</a:t>
            </a:r>
            <a:r>
              <a:rPr lang="zh-CN" altLang="en-US" sz="2400">
                <a:solidFill>
                  <a:schemeClr val="tx1"/>
                </a:solidFill>
              </a:rPr>
              <a:t>：选择需要新增巡检点表的作业区</a:t>
            </a:r>
            <a:r>
              <a:rPr lang="en-US" altLang="zh-CN" sz="2400">
                <a:solidFill>
                  <a:schemeClr val="tx1"/>
                </a:solidFill>
              </a:rPr>
              <a:t>--&gt;</a:t>
            </a:r>
            <a:r>
              <a:rPr lang="zh-CN" altLang="en-US" sz="2400">
                <a:solidFill>
                  <a:schemeClr val="tx1"/>
                </a:solidFill>
              </a:rPr>
              <a:t>直接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sz="2400">
                <a:solidFill>
                  <a:schemeClr val="tx1"/>
                </a:solidFill>
              </a:rPr>
              <a:t>新增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。</a:t>
            </a: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2040255"/>
            <a:ext cx="10850880" cy="447548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巡检标准管理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>
                <a:solidFill>
                  <a:srgbClr val="FF0000"/>
                </a:solidFill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巡检标准管理</a:t>
            </a:r>
            <a:endParaRPr lang="zh-CN" sz="28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05" y="2192655"/>
            <a:ext cx="5733415" cy="425069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365" y="2192655"/>
            <a:ext cx="5840730" cy="424370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953135" y="1093470"/>
            <a:ext cx="10495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方法</a:t>
            </a:r>
            <a:r>
              <a:rPr lang="zh-CN" sz="2400">
                <a:solidFill>
                  <a:srgbClr val="FF0000"/>
                </a:solidFill>
              </a:rPr>
              <a:t>一直接新增</a:t>
            </a:r>
            <a:endParaRPr lang="zh-CN" altLang="en-US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step</a:t>
            </a:r>
            <a:r>
              <a:rPr lang="en-US" sz="2400">
                <a:solidFill>
                  <a:schemeClr val="tx1"/>
                </a:solidFill>
              </a:rPr>
              <a:t>2</a:t>
            </a:r>
            <a:r>
              <a:rPr lang="zh-CN" altLang="en-US" sz="2400">
                <a:solidFill>
                  <a:schemeClr val="tx1"/>
                </a:solidFill>
              </a:rPr>
              <a:t>：</a:t>
            </a:r>
            <a:r>
              <a:rPr lang="zh-CN" sz="2400">
                <a:solidFill>
                  <a:schemeClr val="tx1"/>
                </a:solidFill>
                <a:sym typeface="+mn-ea"/>
              </a:rPr>
              <a:t>根据巡检类型及现场情况依次填写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基本信息、巡检项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内容。</a:t>
            </a:r>
            <a:endParaRPr lang="zh-CN" altLang="en-US" sz="2400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2315845"/>
            <a:ext cx="10852150" cy="392811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953135" y="1093470"/>
            <a:ext cx="10495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方法二模板导入</a:t>
            </a:r>
            <a:endParaRPr lang="zh-CN" altLang="en-US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step1</a:t>
            </a:r>
            <a:r>
              <a:rPr lang="zh-CN" altLang="en-US" sz="2400">
                <a:solidFill>
                  <a:schemeClr val="tx1"/>
                </a:solidFill>
              </a:rPr>
              <a:t>：巡检项内容录入界面点击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导入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”--&gt;</a:t>
            </a:r>
            <a:r>
              <a:rPr lang="zh-CN" sz="2400">
                <a:solidFill>
                  <a:schemeClr val="tx1"/>
                </a:solidFill>
                <a:sym typeface="+mn-ea"/>
              </a:rPr>
              <a:t>模板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下载</a:t>
            </a:r>
            <a:endParaRPr lang="zh-CN" altLang="en-US" sz="2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巡检标准管理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3135" y="1071245"/>
            <a:ext cx="7466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sym typeface="+mn-ea"/>
              </a:rPr>
              <a:t>step1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：</a:t>
            </a:r>
            <a:r>
              <a:rPr lang="zh-CN" sz="2400">
                <a:solidFill>
                  <a:schemeClr val="tx1"/>
                </a:solidFill>
                <a:sym typeface="+mn-ea"/>
              </a:rPr>
              <a:t>模板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下载</a:t>
            </a:r>
            <a:endParaRPr lang="zh-CN" altLang="en-US" sz="2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35" y="1778635"/>
            <a:ext cx="10984865" cy="44577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巡检标准管理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90" y="1656715"/>
            <a:ext cx="9996170" cy="482219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953135" y="1071245"/>
            <a:ext cx="7466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sym typeface="+mn-ea"/>
              </a:rPr>
              <a:t>step2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：填写巡检标准模板内容</a:t>
            </a:r>
            <a:endParaRPr lang="zh-CN" altLang="en-US" sz="240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巡检标准管理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75" y="1691640"/>
            <a:ext cx="9701530" cy="502983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953135" y="1071245"/>
            <a:ext cx="7466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sym typeface="+mn-ea"/>
              </a:rPr>
              <a:t>step3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导入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--&gt; 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点击上传（编制好的巡检标准模板）。</a:t>
            </a:r>
            <a:endParaRPr lang="zh-CN" altLang="en-US" sz="2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巡检标准管理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4385" y="1071245"/>
            <a:ext cx="8676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勾选巡检表，点击功能区</a:t>
            </a:r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提交，并选择相应的巡检标准审批人。</a:t>
            </a: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9163" b="40844"/>
          <a:stretch>
            <a:fillRect/>
          </a:stretch>
        </p:blipFill>
        <p:spPr>
          <a:xfrm>
            <a:off x="1330325" y="1645285"/>
            <a:ext cx="9032875" cy="227838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4" name="IM 84"/>
          <p:cNvPicPr/>
          <p:nvPr/>
        </p:nvPicPr>
        <p:blipFill>
          <a:blip r:embed="rId3"/>
          <a:stretch>
            <a:fillRect/>
          </a:stretch>
        </p:blipFill>
        <p:spPr>
          <a:xfrm>
            <a:off x="4235768" y="1197610"/>
            <a:ext cx="227965" cy="2374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960" y="4067810"/>
            <a:ext cx="9032240" cy="214439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标题 6"/>
          <p:cNvSpPr>
            <a:spLocks noGrp="1"/>
          </p:cNvSpPr>
          <p:nvPr>
            <p:custDataLst>
              <p:tags r:id="rId5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巡检标准管理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6"/>
    </p:custData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4385" y="1071245"/>
            <a:ext cx="8676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审批人对巡检标准进行审批。</a:t>
            </a: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860" y="1707515"/>
            <a:ext cx="9119870" cy="243141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860" y="4314825"/>
            <a:ext cx="9119870" cy="232918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标题 6"/>
          <p:cNvSpPr>
            <a:spLocks noGrp="1"/>
          </p:cNvSpPr>
          <p:nvPr>
            <p:custDataLst>
              <p:tags r:id="rId4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巡检标准管理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5"/>
    </p:custData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4385" y="1071245"/>
            <a:ext cx="8676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>
                <a:solidFill>
                  <a:schemeClr val="tx1"/>
                </a:solidFill>
              </a:rPr>
              <a:t>完成巡检标准的录入</a:t>
            </a:r>
            <a:endParaRPr lang="zh-CN" sz="24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2015490"/>
            <a:ext cx="11190605" cy="36798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巡检标准管理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Group 4"/>
          <p:cNvGrpSpPr/>
          <p:nvPr/>
        </p:nvGrpSpPr>
        <p:grpSpPr>
          <a:xfrm>
            <a:off x="2834695" y="3345523"/>
            <a:ext cx="1728192" cy="1263829"/>
            <a:chOff x="909706" y="275790"/>
            <a:chExt cx="1296144" cy="947872"/>
          </a:xfrm>
        </p:grpSpPr>
        <p:sp>
          <p:nvSpPr>
            <p:cNvPr id="4" name="TextBox 5"/>
            <p:cNvSpPr txBox="1"/>
            <p:nvPr>
              <p:custDataLst>
                <p:tags r:id="rId1"/>
              </p:custDataLst>
            </p:nvPr>
          </p:nvSpPr>
          <p:spPr>
            <a:xfrm>
              <a:off x="909706" y="984429"/>
              <a:ext cx="1296144" cy="239233"/>
            </a:xfrm>
            <a:prstGeom prst="rect">
              <a:avLst/>
            </a:prstGeom>
            <a:noFill/>
          </p:spPr>
          <p:txBody>
            <a:bodyPr wrap="square" lIns="96000" tIns="0" rIns="96000" bIns="0" anchor="ctr" anchorCtr="1">
              <a:normAutofit/>
            </a:bodyPr>
            <a:p>
              <a:pPr algn="ctr" defTabSz="914400"/>
              <a:r>
                <a:rPr lang="en-US" altLang="zh-CN" sz="1865" dirty="0">
                  <a:solidFill>
                    <a:srgbClr val="778495"/>
                  </a:solidFill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CONTENTS</a:t>
              </a:r>
              <a:endParaRPr lang="en-US" altLang="zh-CN" sz="1865" dirty="0">
                <a:solidFill>
                  <a:srgbClr val="778495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  <p:sp>
          <p:nvSpPr>
            <p:cNvPr id="5" name="TextBox 6"/>
            <p:cNvSpPr txBox="1"/>
            <p:nvPr>
              <p:custDataLst>
                <p:tags r:id="rId2"/>
              </p:custDataLst>
            </p:nvPr>
          </p:nvSpPr>
          <p:spPr>
            <a:xfrm>
              <a:off x="909706" y="275790"/>
              <a:ext cx="1296144" cy="615553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rmAutofit/>
            </a:bodyPr>
            <a:p>
              <a:pPr algn="ctr" defTabSz="914400"/>
              <a:r>
                <a:rPr lang="zh-CN" altLang="en-US" sz="5335" b="1" dirty="0">
                  <a:solidFill>
                    <a:srgbClr val="8F9AA8"/>
                  </a:solidFill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目录</a:t>
              </a:r>
              <a:endParaRPr lang="zh-CN" altLang="en-US" sz="5335" b="1" dirty="0">
                <a:solidFill>
                  <a:srgbClr val="8F9AA8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</p:grpSp>
      <p:sp>
        <p:nvSpPr>
          <p:cNvPr id="28" name="Freeform: Shape 12"/>
          <p:cNvSpPr/>
          <p:nvPr>
            <p:custDataLst>
              <p:tags r:id="rId3"/>
            </p:custDataLst>
          </p:nvPr>
        </p:nvSpPr>
        <p:spPr bwMode="auto">
          <a:xfrm>
            <a:off x="4907280" y="2980690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二</a:t>
            </a:r>
            <a:endParaRPr lang="zh-CN" altLang="en-US" sz="3200" kern="0" dirty="0">
              <a:solidFill>
                <a:srgbClr val="FFFFFF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75" name="Freeform: Shape 12"/>
          <p:cNvSpPr/>
          <p:nvPr>
            <p:custDataLst>
              <p:tags r:id="rId4"/>
            </p:custDataLst>
          </p:nvPr>
        </p:nvSpPr>
        <p:spPr bwMode="auto">
          <a:xfrm>
            <a:off x="4907280" y="2240068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rgbClr val="C00000"/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chemeClr val="bg1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一</a:t>
            </a:r>
            <a:endParaRPr lang="zh-CN" altLang="en-US" sz="3200" kern="0" dirty="0">
              <a:solidFill>
                <a:schemeClr val="bg1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80" name="TextBox 19"/>
          <p:cNvSpPr txBox="1"/>
          <p:nvPr>
            <p:custDataLst>
              <p:tags r:id="rId5"/>
            </p:custDataLst>
          </p:nvPr>
        </p:nvSpPr>
        <p:spPr>
          <a:xfrm>
            <a:off x="5832475" y="2990215"/>
            <a:ext cx="4434205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FF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巡检任务下发</a:t>
            </a:r>
            <a:endParaRPr lang="zh-CN" altLang="en-US" sz="2665" b="1" dirty="0">
              <a:solidFill>
                <a:srgbClr val="FF0000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21" name="TextBox 19"/>
          <p:cNvSpPr txBox="1"/>
          <p:nvPr>
            <p:custDataLst>
              <p:tags r:id="rId7"/>
            </p:custDataLst>
          </p:nvPr>
        </p:nvSpPr>
        <p:spPr>
          <a:xfrm>
            <a:off x="5847715" y="2229485"/>
            <a:ext cx="5526405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595959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巡检标准管理</a:t>
            </a:r>
            <a:endParaRPr lang="zh-CN" altLang="en-US" sz="2665" b="1" dirty="0">
              <a:solidFill>
                <a:srgbClr val="595959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Freeform: Shape 12"/>
          <p:cNvSpPr/>
          <p:nvPr>
            <p:custDataLst>
              <p:tags r:id="rId8"/>
            </p:custDataLst>
          </p:nvPr>
        </p:nvSpPr>
        <p:spPr bwMode="auto">
          <a:xfrm>
            <a:off x="4907280" y="3721523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三</a:t>
            </a:r>
            <a:endParaRPr lang="zh-CN" altLang="en-US" sz="3200" kern="0" dirty="0">
              <a:solidFill>
                <a:srgbClr val="FFFFFF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6" name="TextBox 19"/>
          <p:cNvSpPr txBox="1"/>
          <p:nvPr>
            <p:custDataLst>
              <p:tags r:id="rId9"/>
            </p:custDataLst>
          </p:nvPr>
        </p:nvSpPr>
        <p:spPr>
          <a:xfrm>
            <a:off x="5832475" y="3796665"/>
            <a:ext cx="5085080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595959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巡检任务执行</a:t>
            </a:r>
            <a:endParaRPr lang="zh-CN" altLang="en-US" sz="2665" b="1" dirty="0">
              <a:solidFill>
                <a:srgbClr val="595959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0" name="Freeform: Shape 12"/>
          <p:cNvSpPr/>
          <p:nvPr>
            <p:custDataLst>
              <p:tags r:id="rId10"/>
            </p:custDataLst>
          </p:nvPr>
        </p:nvSpPr>
        <p:spPr bwMode="auto">
          <a:xfrm>
            <a:off x="4922520" y="4478443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四</a:t>
            </a:r>
            <a:endParaRPr lang="zh-CN" altLang="en-US" sz="3200" kern="0" dirty="0">
              <a:solidFill>
                <a:srgbClr val="FFFFFF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11" name="TextBox 19"/>
          <p:cNvSpPr txBox="1"/>
          <p:nvPr>
            <p:custDataLst>
              <p:tags r:id="rId11"/>
            </p:custDataLst>
          </p:nvPr>
        </p:nvSpPr>
        <p:spPr>
          <a:xfrm>
            <a:off x="5847715" y="4553585"/>
            <a:ext cx="3178810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595959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数据统计分析</a:t>
            </a:r>
            <a:endParaRPr lang="zh-CN" altLang="en-US" sz="2665" b="1" dirty="0">
              <a:solidFill>
                <a:srgbClr val="595959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</p:spTree>
    <p:custDataLst>
      <p:tags r:id="rId12"/>
    </p:custDataLst>
  </p:cSld>
  <p:clrMapOvr>
    <a:masterClrMapping/>
  </p:clrMapOvr>
  <p:transition spd="slow"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二、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巡检任务下发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35" y="1600200"/>
            <a:ext cx="10984865" cy="46831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953135" y="1071245"/>
            <a:ext cx="10495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进入页面：菜单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altLang="en-US" sz="2400">
                <a:solidFill>
                  <a:schemeClr val="tx1"/>
                </a:solidFill>
              </a:rPr>
              <a:t>油气站场</a:t>
            </a:r>
            <a:r>
              <a:rPr lang="en-US" altLang="zh-CN" sz="2400">
                <a:solidFill>
                  <a:schemeClr val="tx1"/>
                </a:solidFill>
              </a:rPr>
              <a:t>”--&gt;“</a:t>
            </a:r>
            <a:r>
              <a:rPr lang="zh-CN" altLang="en-US" sz="2400">
                <a:solidFill>
                  <a:schemeClr val="tx1"/>
                </a:solidFill>
              </a:rPr>
              <a:t>设备巡检</a:t>
            </a:r>
            <a:r>
              <a:rPr lang="en-US" altLang="zh-CN" sz="2400">
                <a:solidFill>
                  <a:schemeClr val="tx1"/>
                </a:solidFill>
              </a:rPr>
              <a:t>”--&gt;“</a:t>
            </a:r>
            <a:r>
              <a:rPr lang="zh-CN" altLang="en-US" sz="2400">
                <a:solidFill>
                  <a:schemeClr val="tx1"/>
                </a:solidFill>
              </a:rPr>
              <a:t>巡检表管理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。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1645285"/>
            <a:ext cx="11214100" cy="489140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1087120" y="1004570"/>
            <a:ext cx="10495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tx1"/>
                </a:solidFill>
              </a:rPr>
              <a:t>“XX</a:t>
            </a:r>
            <a:r>
              <a:rPr lang="zh-CN" altLang="en-US" sz="2400">
                <a:solidFill>
                  <a:schemeClr val="tx1"/>
                </a:solidFill>
              </a:rPr>
              <a:t>作业区</a:t>
            </a:r>
            <a:r>
              <a:rPr lang="en-US" altLang="zh-CN" sz="2400">
                <a:solidFill>
                  <a:schemeClr val="tx1"/>
                </a:solidFill>
              </a:rPr>
              <a:t>”--&gt;“XX</a:t>
            </a:r>
            <a:r>
              <a:rPr lang="zh-CN" altLang="en-US" sz="2400">
                <a:solidFill>
                  <a:schemeClr val="tx1"/>
                </a:solidFill>
              </a:rPr>
              <a:t>站</a:t>
            </a:r>
            <a:r>
              <a:rPr lang="en-US" altLang="zh-CN" sz="2400">
                <a:solidFill>
                  <a:schemeClr val="tx1"/>
                </a:solidFill>
              </a:rPr>
              <a:t>”--&gt;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点击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altLang="en-US" sz="2400">
                <a:solidFill>
                  <a:schemeClr val="tx1"/>
                </a:solidFill>
              </a:rPr>
              <a:t>新增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按钮。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二、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巡检任务下发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87120" y="1004570"/>
            <a:ext cx="10495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tx1"/>
                </a:solidFill>
              </a:rPr>
              <a:t>“</a:t>
            </a:r>
            <a:r>
              <a:rPr lang="zh-CN" sz="2400">
                <a:solidFill>
                  <a:schemeClr val="tx1"/>
                </a:solidFill>
              </a:rPr>
              <a:t>基本信息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内容填写，引用已经录入的巡检标准模板</a:t>
            </a: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" y="1557020"/>
            <a:ext cx="11741150" cy="479933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二、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巡检任务下发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" y="1662430"/>
            <a:ext cx="11407140" cy="480377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1184910" y="1086485"/>
            <a:ext cx="7552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>
                <a:solidFill>
                  <a:schemeClr val="tx1"/>
                </a:solidFill>
              </a:rPr>
              <a:t>巡检频次选择：每天、每周、每月、特定时间、特定月</a:t>
            </a:r>
            <a:endParaRPr lang="zh-CN" sz="2400">
              <a:solidFill>
                <a:schemeClr val="tx1"/>
              </a:solidFill>
            </a:endParaRPr>
          </a:p>
        </p:txBody>
      </p:sp>
      <p:sp>
        <p:nvSpPr>
          <p:cNvPr id="5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二、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巡检任务下发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" y="1612900"/>
            <a:ext cx="11188700" cy="474345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1184910" y="988695"/>
            <a:ext cx="7552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>
                <a:solidFill>
                  <a:schemeClr val="tx1"/>
                </a:solidFill>
              </a:rPr>
              <a:t>根据巡检类型，选择所需要的巡检区域内容。</a:t>
            </a:r>
            <a:endParaRPr lang="zh-CN" sz="2400">
              <a:solidFill>
                <a:schemeClr val="tx1"/>
              </a:solidFill>
            </a:endParaRPr>
          </a:p>
        </p:txBody>
      </p:sp>
      <p:sp>
        <p:nvSpPr>
          <p:cNvPr id="5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二、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巡检任务下发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1597660"/>
            <a:ext cx="11290300" cy="475869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946785" y="1071245"/>
            <a:ext cx="9077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>
                <a:solidFill>
                  <a:schemeClr val="tx1"/>
                </a:solidFill>
              </a:rPr>
              <a:t>巡检内容确认，每项巡检区域的巡检内容都必须确认、编辑、保存。</a:t>
            </a:r>
            <a:endParaRPr lang="zh-CN" sz="2400">
              <a:solidFill>
                <a:schemeClr val="tx1"/>
              </a:solidFill>
            </a:endParaRPr>
          </a:p>
        </p:txBody>
      </p:sp>
      <p:sp>
        <p:nvSpPr>
          <p:cNvPr id="5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二、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巡检任务下发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1654810"/>
            <a:ext cx="10731500" cy="47015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1190625" y="1071245"/>
            <a:ext cx="9077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>
                <a:solidFill>
                  <a:schemeClr val="tx1"/>
                </a:solidFill>
              </a:rPr>
              <a:t>启用巡检任务，点击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altLang="en-US" sz="2400">
                <a:solidFill>
                  <a:schemeClr val="tx1"/>
                </a:solidFill>
              </a:rPr>
              <a:t>启用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按钮。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二、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巡检任务下发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5305" y="1137285"/>
            <a:ext cx="11047095" cy="1123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     </a:t>
            </a:r>
            <a:r>
              <a:rPr lang="zh-CN" altLang="en-US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目前作业区场站巡检共分为</a:t>
            </a:r>
            <a:r>
              <a:rPr lang="zh-CN" altLang="en-US" sz="2400">
                <a:solidFill>
                  <a:srgbClr val="FF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重点、联合、专业</a:t>
            </a:r>
            <a:r>
              <a:rPr lang="zh-CN" altLang="en-US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巡检三种，其中重点巡检有包含常规、综合巡检。岳阳作业区常规巡检</a:t>
            </a:r>
            <a:r>
              <a:rPr lang="en-US" altLang="zh-CN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4</a:t>
            </a:r>
            <a:r>
              <a:rPr lang="zh-CN" altLang="en-US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次</a:t>
            </a:r>
            <a:r>
              <a:rPr lang="en-US" altLang="zh-CN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/1</a:t>
            </a:r>
            <a:r>
              <a:rPr lang="zh-CN" altLang="en-US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天，综合巡检</a:t>
            </a:r>
            <a:r>
              <a:rPr lang="en-US" altLang="zh-CN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次</a:t>
            </a:r>
            <a:r>
              <a:rPr lang="en-US" altLang="zh-CN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/1</a:t>
            </a:r>
            <a:r>
              <a:rPr lang="zh-CN" altLang="en-US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天，联合和专业巡检</a:t>
            </a:r>
            <a:r>
              <a:rPr lang="en-US" altLang="zh-CN" sz="24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1</a:t>
            </a:r>
            <a:r>
              <a:rPr lang="zh-CN" altLang="en-US" sz="240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次</a:t>
            </a:r>
            <a:r>
              <a:rPr lang="en-US" altLang="zh-CN" sz="240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/2</a:t>
            </a:r>
            <a:r>
              <a:rPr lang="zh-CN" altLang="en-US" sz="240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月。</a:t>
            </a:r>
            <a:endParaRPr lang="en-US" altLang="zh-CN" sz="240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" y="2415540"/>
            <a:ext cx="10335895" cy="395287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0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二、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巡检任务下发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Group 4"/>
          <p:cNvGrpSpPr/>
          <p:nvPr/>
        </p:nvGrpSpPr>
        <p:grpSpPr>
          <a:xfrm>
            <a:off x="2834695" y="3345523"/>
            <a:ext cx="1728192" cy="1263829"/>
            <a:chOff x="909706" y="275790"/>
            <a:chExt cx="1296144" cy="947872"/>
          </a:xfrm>
        </p:grpSpPr>
        <p:sp>
          <p:nvSpPr>
            <p:cNvPr id="4" name="TextBox 5"/>
            <p:cNvSpPr txBox="1"/>
            <p:nvPr>
              <p:custDataLst>
                <p:tags r:id="rId1"/>
              </p:custDataLst>
            </p:nvPr>
          </p:nvSpPr>
          <p:spPr>
            <a:xfrm>
              <a:off x="909706" y="984429"/>
              <a:ext cx="1296144" cy="239233"/>
            </a:xfrm>
            <a:prstGeom prst="rect">
              <a:avLst/>
            </a:prstGeom>
            <a:noFill/>
          </p:spPr>
          <p:txBody>
            <a:bodyPr wrap="square" lIns="96000" tIns="0" rIns="96000" bIns="0" anchor="ctr" anchorCtr="1">
              <a:normAutofit/>
            </a:bodyPr>
            <a:p>
              <a:pPr algn="ctr" defTabSz="914400"/>
              <a:r>
                <a:rPr lang="en-US" altLang="zh-CN" sz="1865" dirty="0">
                  <a:solidFill>
                    <a:srgbClr val="778495"/>
                  </a:solidFill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CONTENTS</a:t>
              </a:r>
              <a:endParaRPr lang="en-US" altLang="zh-CN" sz="1865" dirty="0">
                <a:solidFill>
                  <a:srgbClr val="778495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  <p:sp>
          <p:nvSpPr>
            <p:cNvPr id="5" name="TextBox 6"/>
            <p:cNvSpPr txBox="1"/>
            <p:nvPr>
              <p:custDataLst>
                <p:tags r:id="rId2"/>
              </p:custDataLst>
            </p:nvPr>
          </p:nvSpPr>
          <p:spPr>
            <a:xfrm>
              <a:off x="909706" y="275790"/>
              <a:ext cx="1296144" cy="615553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rmAutofit/>
            </a:bodyPr>
            <a:p>
              <a:pPr algn="ctr" defTabSz="914400"/>
              <a:r>
                <a:rPr lang="zh-CN" altLang="en-US" sz="5335" b="1" dirty="0">
                  <a:solidFill>
                    <a:srgbClr val="8F9AA8"/>
                  </a:solidFill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目录</a:t>
              </a:r>
              <a:endParaRPr lang="zh-CN" altLang="en-US" sz="5335" b="1" dirty="0">
                <a:solidFill>
                  <a:srgbClr val="8F9AA8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</p:grpSp>
      <p:sp>
        <p:nvSpPr>
          <p:cNvPr id="28" name="Freeform: Shape 12"/>
          <p:cNvSpPr/>
          <p:nvPr>
            <p:custDataLst>
              <p:tags r:id="rId3"/>
            </p:custDataLst>
          </p:nvPr>
        </p:nvSpPr>
        <p:spPr bwMode="auto">
          <a:xfrm>
            <a:off x="4907280" y="2980690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二</a:t>
            </a:r>
            <a:endParaRPr lang="zh-CN" altLang="en-US" sz="3200" kern="0" dirty="0">
              <a:solidFill>
                <a:srgbClr val="FFFFFF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75" name="Freeform: Shape 12"/>
          <p:cNvSpPr/>
          <p:nvPr>
            <p:custDataLst>
              <p:tags r:id="rId4"/>
            </p:custDataLst>
          </p:nvPr>
        </p:nvSpPr>
        <p:spPr bwMode="auto">
          <a:xfrm>
            <a:off x="4907280" y="2240068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rgbClr val="C00000"/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chemeClr val="bg1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一</a:t>
            </a:r>
            <a:endParaRPr lang="zh-CN" altLang="en-US" sz="3200" kern="0" dirty="0">
              <a:solidFill>
                <a:schemeClr val="bg1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80" name="TextBox 19"/>
          <p:cNvSpPr txBox="1"/>
          <p:nvPr>
            <p:custDataLst>
              <p:tags r:id="rId5"/>
            </p:custDataLst>
          </p:nvPr>
        </p:nvSpPr>
        <p:spPr>
          <a:xfrm>
            <a:off x="5832475" y="2990215"/>
            <a:ext cx="4434205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巡检任务下发</a:t>
            </a:r>
            <a:endParaRPr lang="zh-CN" altLang="en-US" sz="2665" b="1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21" name="TextBox 19"/>
          <p:cNvSpPr txBox="1"/>
          <p:nvPr>
            <p:custDataLst>
              <p:tags r:id="rId7"/>
            </p:custDataLst>
          </p:nvPr>
        </p:nvSpPr>
        <p:spPr>
          <a:xfrm>
            <a:off x="5847715" y="2229485"/>
            <a:ext cx="5526405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595959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巡检标准管理</a:t>
            </a:r>
            <a:endParaRPr lang="zh-CN" altLang="en-US" sz="2665" b="1" dirty="0">
              <a:solidFill>
                <a:srgbClr val="595959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Freeform: Shape 12"/>
          <p:cNvSpPr/>
          <p:nvPr>
            <p:custDataLst>
              <p:tags r:id="rId8"/>
            </p:custDataLst>
          </p:nvPr>
        </p:nvSpPr>
        <p:spPr bwMode="auto">
          <a:xfrm>
            <a:off x="4907280" y="3721523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三</a:t>
            </a:r>
            <a:endParaRPr lang="zh-CN" altLang="en-US" sz="3200" kern="0" dirty="0">
              <a:solidFill>
                <a:srgbClr val="FFFFFF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6" name="TextBox 19"/>
          <p:cNvSpPr txBox="1"/>
          <p:nvPr>
            <p:custDataLst>
              <p:tags r:id="rId9"/>
            </p:custDataLst>
          </p:nvPr>
        </p:nvSpPr>
        <p:spPr>
          <a:xfrm>
            <a:off x="5832475" y="3796665"/>
            <a:ext cx="5085080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FF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巡检任务执行</a:t>
            </a:r>
            <a:endParaRPr lang="zh-CN" altLang="en-US" sz="2665" b="1" dirty="0">
              <a:solidFill>
                <a:srgbClr val="FF0000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0" name="Freeform: Shape 12"/>
          <p:cNvSpPr/>
          <p:nvPr>
            <p:custDataLst>
              <p:tags r:id="rId10"/>
            </p:custDataLst>
          </p:nvPr>
        </p:nvSpPr>
        <p:spPr bwMode="auto">
          <a:xfrm>
            <a:off x="4922520" y="4478443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四</a:t>
            </a:r>
            <a:endParaRPr lang="zh-CN" altLang="en-US" sz="3200" kern="0" dirty="0">
              <a:solidFill>
                <a:srgbClr val="FFFFFF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11" name="TextBox 19"/>
          <p:cNvSpPr txBox="1"/>
          <p:nvPr>
            <p:custDataLst>
              <p:tags r:id="rId11"/>
            </p:custDataLst>
          </p:nvPr>
        </p:nvSpPr>
        <p:spPr>
          <a:xfrm>
            <a:off x="5847715" y="4553585"/>
            <a:ext cx="3178810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595959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数据统计分析</a:t>
            </a:r>
            <a:endParaRPr lang="zh-CN" altLang="en-US" sz="2665" b="1" dirty="0">
              <a:solidFill>
                <a:srgbClr val="595959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</p:spTree>
    <p:custDataLst>
      <p:tags r:id="rId12"/>
    </p:custDataLst>
  </p:cSld>
  <p:clrMapOvr>
    <a:masterClrMapping/>
  </p:clrMapOvr>
  <p:transition spd="slow"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巡检任务执行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060" y="1816100"/>
            <a:ext cx="3594735" cy="49053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785" y="1816100"/>
            <a:ext cx="3938270" cy="490537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右箭头 4"/>
          <p:cNvSpPr/>
          <p:nvPr/>
        </p:nvSpPr>
        <p:spPr>
          <a:xfrm>
            <a:off x="5381625" y="4075430"/>
            <a:ext cx="989965" cy="24447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557020" y="1169035"/>
            <a:ext cx="9077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>
                <a:solidFill>
                  <a:schemeClr val="tx1"/>
                </a:solidFill>
              </a:rPr>
              <a:t>巡检任务下发阶段，设置的巡检岗位可领取巡检任务。</a:t>
            </a:r>
            <a:endParaRPr lang="zh-CN" sz="2400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485" y="1997710"/>
            <a:ext cx="4110990" cy="46069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" name="文本框 12"/>
          <p:cNvSpPr txBox="1"/>
          <p:nvPr/>
        </p:nvSpPr>
        <p:spPr>
          <a:xfrm>
            <a:off x="1200150" y="1143000"/>
            <a:ext cx="3733165" cy="854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>
                <a:solidFill>
                  <a:schemeClr val="tx1"/>
                </a:solidFill>
              </a:rPr>
              <a:t>①若巡检功能区域没有问题，选择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altLang="en-US" sz="2400">
                <a:solidFill>
                  <a:schemeClr val="tx1"/>
                </a:solidFill>
              </a:rPr>
              <a:t>一键正常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28180" y="1143635"/>
            <a:ext cx="37668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tx1"/>
                </a:solidFill>
              </a:rPr>
              <a:t>②若发现问题，需要点击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altLang="en-US" sz="2400">
                <a:solidFill>
                  <a:schemeClr val="tx1"/>
                </a:solidFill>
              </a:rPr>
              <a:t>否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并进行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altLang="en-US" sz="2400">
                <a:solidFill>
                  <a:schemeClr val="tx1"/>
                </a:solidFill>
              </a:rPr>
              <a:t>问题上报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90" y="1997710"/>
            <a:ext cx="3731895" cy="460629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6" name="标题 6"/>
          <p:cNvSpPr>
            <a:spLocks noGrp="1"/>
          </p:cNvSpPr>
          <p:nvPr>
            <p:custDataLst>
              <p:tags r:id="rId4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巡检任务执行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5"/>
    </p:custData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6900" y="1105535"/>
            <a:ext cx="1098613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>
                <a:solidFill>
                  <a:srgbClr val="FF0000"/>
                </a:solidFill>
              </a:rPr>
              <a:t>若此问题可自行处置，</a:t>
            </a:r>
            <a:r>
              <a:rPr lang="zh-CN" altLang="en-US" sz="2800">
                <a:solidFill>
                  <a:srgbClr val="FF0000"/>
                </a:solidFill>
                <a:sym typeface="+mn-ea"/>
              </a:rPr>
              <a:t>即</a:t>
            </a:r>
            <a:r>
              <a:rPr lang="zh-CN" altLang="en-US" sz="2800">
                <a:solidFill>
                  <a:srgbClr val="FF0000"/>
                </a:solidFill>
              </a:rPr>
              <a:t>填写</a:t>
            </a:r>
            <a:r>
              <a:rPr lang="en-US" altLang="zh-CN" sz="2800">
                <a:solidFill>
                  <a:srgbClr val="FF0000"/>
                </a:solidFill>
              </a:rPr>
              <a:t>“</a:t>
            </a:r>
            <a:r>
              <a:rPr lang="zh-CN" altLang="en-US" sz="2800">
                <a:solidFill>
                  <a:srgbClr val="FF0000"/>
                </a:solidFill>
              </a:rPr>
              <a:t>是</a:t>
            </a:r>
            <a:r>
              <a:rPr lang="en-US" altLang="zh-CN" sz="2800">
                <a:solidFill>
                  <a:srgbClr val="FF0000"/>
                </a:solidFill>
              </a:rPr>
              <a:t>”</a:t>
            </a:r>
            <a:r>
              <a:rPr lang="zh-CN" altLang="en-US" sz="2800">
                <a:solidFill>
                  <a:srgbClr val="FF0000"/>
                </a:solidFill>
              </a:rPr>
              <a:t>，</a:t>
            </a:r>
            <a:r>
              <a:rPr lang="zh-CN" altLang="en-US" sz="2400">
                <a:solidFill>
                  <a:schemeClr val="tx1"/>
                </a:solidFill>
              </a:rPr>
              <a:t>填写问题内容，上传现场问题相片，其中带</a:t>
            </a:r>
            <a:r>
              <a:rPr lang="en-US" altLang="zh-CN" sz="2400">
                <a:solidFill>
                  <a:srgbClr val="FF0000"/>
                </a:solidFill>
              </a:rPr>
              <a:t>※</a:t>
            </a:r>
            <a:r>
              <a:rPr lang="zh-CN" altLang="en-US" sz="2400">
                <a:solidFill>
                  <a:schemeClr val="tx1"/>
                </a:solidFill>
              </a:rPr>
              <a:t>的为必填项。</a:t>
            </a: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" y="2204720"/>
            <a:ext cx="4881880" cy="443103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470" y="2217420"/>
            <a:ext cx="4949190" cy="442595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" name="标题 6"/>
          <p:cNvSpPr>
            <a:spLocks noGrp="1"/>
          </p:cNvSpPr>
          <p:nvPr>
            <p:custDataLst>
              <p:tags r:id="rId4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巡检任务执行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5"/>
    </p:custData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26605" y="1323975"/>
            <a:ext cx="3656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2000">
                <a:solidFill>
                  <a:srgbClr val="FF0000"/>
                </a:solidFill>
              </a:rPr>
              <a:t>问题处置完成后显示</a:t>
            </a:r>
            <a:endParaRPr lang="zh-CN" sz="20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99565" y="1323975"/>
            <a:ext cx="2538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2000">
                <a:solidFill>
                  <a:srgbClr val="FF0000"/>
                </a:solidFill>
              </a:rPr>
              <a:t>问题上报后标记显示</a:t>
            </a:r>
            <a:endParaRPr lang="zh-CN" sz="200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0" y="1877060"/>
            <a:ext cx="4836795" cy="48450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b="29770"/>
          <a:stretch>
            <a:fillRect/>
          </a:stretch>
        </p:blipFill>
        <p:spPr>
          <a:xfrm>
            <a:off x="6534150" y="1877060"/>
            <a:ext cx="4668520" cy="484505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标题 6"/>
          <p:cNvSpPr>
            <a:spLocks noGrp="1"/>
          </p:cNvSpPr>
          <p:nvPr>
            <p:custDataLst>
              <p:tags r:id="rId4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巡检任务执行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5"/>
    </p:custData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665" y="2222500"/>
            <a:ext cx="5196840" cy="435038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596900" y="1105535"/>
            <a:ext cx="1098613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>
                <a:solidFill>
                  <a:srgbClr val="FF0000"/>
                </a:solidFill>
              </a:rPr>
              <a:t>若此问题不能自行处置，即填写</a:t>
            </a:r>
            <a:r>
              <a:rPr lang="en-US" altLang="zh-CN" sz="2800">
                <a:solidFill>
                  <a:srgbClr val="FF0000"/>
                </a:solidFill>
              </a:rPr>
              <a:t>“</a:t>
            </a:r>
            <a:r>
              <a:rPr lang="zh-CN" altLang="en-US" sz="2800">
                <a:solidFill>
                  <a:srgbClr val="FF0000"/>
                </a:solidFill>
              </a:rPr>
              <a:t>否</a:t>
            </a:r>
            <a:r>
              <a:rPr lang="en-US" altLang="zh-CN" sz="2800">
                <a:solidFill>
                  <a:srgbClr val="FF0000"/>
                </a:solidFill>
              </a:rPr>
              <a:t>”</a:t>
            </a:r>
            <a:r>
              <a:rPr lang="zh-CN" altLang="en-US" sz="2800">
                <a:solidFill>
                  <a:srgbClr val="FF0000"/>
                </a:solidFill>
              </a:rPr>
              <a:t>，</a:t>
            </a:r>
            <a:r>
              <a:rPr lang="zh-CN" altLang="en-US" sz="2400">
                <a:solidFill>
                  <a:schemeClr val="tx1"/>
                </a:solidFill>
              </a:rPr>
              <a:t>填写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altLang="en-US" sz="2400">
                <a:solidFill>
                  <a:schemeClr val="tx1"/>
                </a:solidFill>
              </a:rPr>
              <a:t>现场描述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内容，上传现场相片，点击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altLang="en-US" sz="2400">
                <a:solidFill>
                  <a:schemeClr val="tx1"/>
                </a:solidFill>
              </a:rPr>
              <a:t>提交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。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巡检任务执行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870" y="1370330"/>
            <a:ext cx="6887845" cy="48031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158115" y="1694815"/>
            <a:ext cx="462534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       </a:t>
            </a:r>
            <a:r>
              <a:rPr lang="zh-CN" altLang="en-US" sz="2400">
                <a:sym typeface="+mn-ea"/>
              </a:rPr>
              <a:t>巡检发现的问题，经巡检员判断不能</a:t>
            </a:r>
            <a:r>
              <a:rPr lang="en-US" altLang="zh-CN" sz="2400">
                <a:sym typeface="+mn-ea"/>
              </a:rPr>
              <a:t>“</a:t>
            </a:r>
            <a:r>
              <a:rPr lang="zh-CN" altLang="en-US" sz="2400">
                <a:sym typeface="+mn-ea"/>
              </a:rPr>
              <a:t>自行处置</a:t>
            </a:r>
            <a:r>
              <a:rPr lang="en-US" altLang="zh-CN" sz="2400">
                <a:sym typeface="+mn-ea"/>
              </a:rPr>
              <a:t>”</a:t>
            </a:r>
            <a:r>
              <a:rPr lang="zh-CN" altLang="en-US" sz="2400">
                <a:sym typeface="+mn-ea"/>
              </a:rPr>
              <a:t>后，需通过</a:t>
            </a:r>
            <a:r>
              <a:rPr lang="en-US" altLang="zh-CN" sz="2400">
                <a:sym typeface="+mn-ea"/>
              </a:rPr>
              <a:t>IMS</a:t>
            </a:r>
            <a:r>
              <a:rPr lang="zh-CN" altLang="en-US" sz="2400">
                <a:sym typeface="+mn-ea"/>
              </a:rPr>
              <a:t>系统中</a:t>
            </a:r>
            <a:r>
              <a:rPr lang="en-US" altLang="zh-CN" sz="2400">
                <a:sym typeface="+mn-ea"/>
              </a:rPr>
              <a:t>“</a:t>
            </a:r>
            <a:r>
              <a:rPr lang="zh-CN" altLang="en-US" sz="2400">
                <a:sym typeface="+mn-ea"/>
              </a:rPr>
              <a:t>事件中心</a:t>
            </a:r>
            <a:r>
              <a:rPr lang="en-US" altLang="zh-CN" sz="2400">
                <a:sym typeface="+mn-ea"/>
              </a:rPr>
              <a:t>”</a:t>
            </a:r>
            <a:r>
              <a:rPr lang="zh-CN" altLang="en-US" sz="2400">
                <a:sym typeface="+mn-ea"/>
              </a:rPr>
              <a:t>板块进行查看，并由作业区相关负责人开展</a:t>
            </a:r>
            <a:r>
              <a:rPr lang="en-US" altLang="zh-CN" sz="2400">
                <a:sym typeface="+mn-ea"/>
              </a:rPr>
              <a:t>“</a:t>
            </a:r>
            <a:r>
              <a:rPr lang="zh-CN" altLang="en-US" sz="2400">
                <a:sym typeface="+mn-ea"/>
              </a:rPr>
              <a:t>事件研判</a:t>
            </a:r>
            <a:r>
              <a:rPr lang="en-US" altLang="zh-CN" sz="2400">
                <a:sym typeface="+mn-ea"/>
              </a:rPr>
              <a:t>”</a:t>
            </a:r>
            <a:r>
              <a:rPr lang="zh-CN" altLang="en-US" sz="2400">
                <a:sym typeface="+mn-ea"/>
              </a:rPr>
              <a:t>。</a:t>
            </a:r>
            <a:endParaRPr lang="zh-CN" altLang="en-US" sz="2400">
              <a:sym typeface="+mn-ea"/>
            </a:endParaRPr>
          </a:p>
          <a:p>
            <a:r>
              <a:rPr lang="en-US" altLang="zh-CN" sz="2400">
                <a:sym typeface="+mn-ea"/>
              </a:rPr>
              <a:t>       </a:t>
            </a:r>
            <a:r>
              <a:rPr lang="zh-CN" altLang="en-US" sz="2400">
                <a:sym typeface="+mn-ea"/>
              </a:rPr>
              <a:t>填写处置方式：</a:t>
            </a:r>
            <a:r>
              <a:rPr lang="en-US" altLang="zh-CN" sz="2400">
                <a:sym typeface="+mn-ea"/>
              </a:rPr>
              <a:t>“</a:t>
            </a:r>
            <a:r>
              <a:rPr lang="zh-CN" altLang="en-US" sz="2400">
                <a:sym typeface="+mn-ea"/>
              </a:rPr>
              <a:t>设备缺陷管理</a:t>
            </a:r>
            <a:r>
              <a:rPr lang="en-US" altLang="zh-CN" sz="2400">
                <a:sym typeface="+mn-ea"/>
              </a:rPr>
              <a:t>”</a:t>
            </a:r>
            <a:r>
              <a:rPr lang="zh-CN" altLang="en-US" sz="2400">
                <a:sym typeface="+mn-ea"/>
              </a:rPr>
              <a:t>或</a:t>
            </a:r>
            <a:r>
              <a:rPr lang="en-US" altLang="zh-CN" sz="2400">
                <a:sym typeface="+mn-ea"/>
              </a:rPr>
              <a:t>“</a:t>
            </a:r>
            <a:r>
              <a:rPr lang="zh-CN" altLang="en-US" sz="2400">
                <a:sym typeface="+mn-ea"/>
              </a:rPr>
              <a:t>自行处置</a:t>
            </a:r>
            <a:r>
              <a:rPr lang="en-US" altLang="zh-CN" sz="2400">
                <a:sym typeface="+mn-ea"/>
              </a:rPr>
              <a:t>”</a:t>
            </a:r>
            <a:r>
              <a:rPr lang="zh-CN" altLang="en-US" sz="2400">
                <a:sym typeface="+mn-ea"/>
              </a:rPr>
              <a:t>。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若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作业区相关负责人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判断为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自行处置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 sz="2400">
                <a:sym typeface="+mn-ea"/>
              </a:rPr>
              <a:t>，则作业区开展问题的整改，并在</a:t>
            </a:r>
            <a:r>
              <a:rPr lang="en-US" altLang="zh-CN" sz="2400">
                <a:sym typeface="+mn-ea"/>
              </a:rPr>
              <a:t>“</a:t>
            </a:r>
            <a:r>
              <a:rPr lang="zh-CN" altLang="en-US" sz="2400">
                <a:sym typeface="+mn-ea"/>
              </a:rPr>
              <a:t>事件中心</a:t>
            </a:r>
            <a:r>
              <a:rPr lang="en-US" altLang="zh-CN" sz="2400">
                <a:sym typeface="+mn-ea"/>
              </a:rPr>
              <a:t>”</a:t>
            </a:r>
            <a:r>
              <a:rPr lang="zh-CN" altLang="en-US" sz="2400">
                <a:sym typeface="+mn-ea"/>
              </a:rPr>
              <a:t>板块填写整改措施和整改时间。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 </a:t>
            </a:r>
            <a:r>
              <a:rPr lang="en-US" altLang="zh-CN" sz="2400">
                <a:sym typeface="+mn-ea"/>
              </a:rPr>
              <a:t>     </a:t>
            </a:r>
            <a:endParaRPr lang="zh-CN" altLang="en-US" sz="2400">
              <a:sym typeface="+mn-ea"/>
            </a:endParaRPr>
          </a:p>
        </p:txBody>
      </p:sp>
      <p:sp>
        <p:nvSpPr>
          <p:cNvPr id="8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巡检任务执行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8115" y="1694815"/>
            <a:ext cx="462534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       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 </a:t>
            </a:r>
            <a:r>
              <a:rPr lang="en-US" altLang="zh-CN" sz="2400">
                <a:sym typeface="+mn-ea"/>
              </a:rPr>
              <a:t>     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若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作业区相关负责人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判断为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设备缺陷管理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 sz="2400">
                <a:sym typeface="+mn-ea"/>
              </a:rPr>
              <a:t>，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该问题推送至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油气站场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--&gt;“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设备缺陷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模块。</a:t>
            </a:r>
            <a:endParaRPr lang="zh-CN" altLang="en-US" sz="2400">
              <a:sym typeface="+mn-ea"/>
            </a:endParaRPr>
          </a:p>
          <a:p>
            <a:r>
              <a:rPr lang="en-US" altLang="zh-CN" sz="2400">
                <a:sym typeface="+mn-ea"/>
              </a:rPr>
              <a:t>       </a:t>
            </a:r>
            <a:r>
              <a:rPr lang="zh-CN" altLang="en-US" sz="2400">
                <a:sym typeface="+mn-ea"/>
              </a:rPr>
              <a:t>依次填写</a:t>
            </a:r>
            <a:r>
              <a:rPr lang="en-US" altLang="zh-CN" sz="2400">
                <a:sym typeface="+mn-ea"/>
              </a:rPr>
              <a:t>“</a:t>
            </a:r>
            <a:r>
              <a:rPr lang="zh-CN" altLang="en-US" sz="2400">
                <a:sym typeface="+mn-ea"/>
              </a:rPr>
              <a:t>缺陷评估</a:t>
            </a:r>
            <a:r>
              <a:rPr lang="en-US" altLang="zh-CN" sz="2400">
                <a:sym typeface="+mn-ea"/>
              </a:rPr>
              <a:t>”</a:t>
            </a:r>
            <a:r>
              <a:rPr lang="zh-CN" altLang="en-US" sz="2400">
                <a:sym typeface="+mn-ea"/>
              </a:rPr>
              <a:t>、</a:t>
            </a:r>
            <a:r>
              <a:rPr lang="en-US" altLang="zh-CN" sz="2400">
                <a:sym typeface="+mn-ea"/>
              </a:rPr>
              <a:t>“</a:t>
            </a:r>
            <a:r>
              <a:rPr lang="zh-CN" altLang="en-US" sz="2400">
                <a:sym typeface="+mn-ea"/>
              </a:rPr>
              <a:t>消缺确认</a:t>
            </a:r>
            <a:r>
              <a:rPr lang="en-US" altLang="zh-CN" sz="2400">
                <a:sym typeface="+mn-ea"/>
              </a:rPr>
              <a:t>”</a:t>
            </a:r>
            <a:r>
              <a:rPr lang="zh-CN" altLang="en-US" sz="2400">
                <a:sym typeface="+mn-ea"/>
              </a:rPr>
              <a:t>内容。</a:t>
            </a:r>
            <a:endParaRPr lang="zh-CN" altLang="en-US" sz="24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290" y="1140460"/>
            <a:ext cx="6856095" cy="521589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巡检任务执行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2645" y="1139825"/>
            <a:ext cx="105600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3200">
                <a:solidFill>
                  <a:srgbClr val="FF0000"/>
                </a:solidFill>
              </a:rPr>
              <a:t>缺陷评估：</a:t>
            </a:r>
            <a:r>
              <a:rPr lang="zh-CN" sz="2800">
                <a:solidFill>
                  <a:schemeClr val="tx1"/>
                </a:solidFill>
              </a:rPr>
              <a:t>处置方式可根据实际情况进行选择，若选择维检修周计划，可关联出该缺陷处置创建的作业计划内容了。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" name="标题 6"/>
          <p:cNvSpPr>
            <a:spLocks noGrp="1"/>
          </p:cNvSpPr>
          <p:nvPr>
            <p:custDataLst>
              <p:tags r:id="rId2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巡检任务执行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" y="2470785"/>
            <a:ext cx="10784205" cy="388556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custDataLst>
      <p:tags r:id="rId4"/>
    </p:custData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2645" y="1139825"/>
            <a:ext cx="1056005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3200">
                <a:solidFill>
                  <a:srgbClr val="FF0000"/>
                </a:solidFill>
              </a:rPr>
              <a:t>消缺确认：</a:t>
            </a:r>
            <a:r>
              <a:rPr lang="zh-CN" sz="2800">
                <a:sym typeface="+mn-ea"/>
              </a:rPr>
              <a:t>处置方式选择维检修周计划，消缺确认中自动生成作业计划（草稿）需要编辑确认，再到作业计划上报板块找到此计划编号，</a:t>
            </a:r>
            <a:r>
              <a:rPr lang="zh-CN" sz="2800">
                <a:solidFill>
                  <a:srgbClr val="FF0000"/>
                </a:solidFill>
                <a:sym typeface="+mn-ea"/>
              </a:rPr>
              <a:t>填写作业计划内容进行上报后，即完成数据的关联</a:t>
            </a:r>
            <a:r>
              <a:rPr lang="zh-CN" sz="2800">
                <a:sym typeface="+mn-ea"/>
              </a:rPr>
              <a:t>。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" name="标题 6"/>
          <p:cNvSpPr>
            <a:spLocks noGrp="1"/>
          </p:cNvSpPr>
          <p:nvPr>
            <p:custDataLst>
              <p:tags r:id="rId2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巡检任务执行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2672715"/>
            <a:ext cx="10077450" cy="368363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custDataLst>
      <p:tags r:id="rId4"/>
    </p:custData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2645" y="1139825"/>
            <a:ext cx="105600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800">
                <a:sym typeface="+mn-ea"/>
              </a:rPr>
              <a:t>缺陷处置完成后，依次进行缺陷评价、缺陷验收、缺陷完成的</a:t>
            </a:r>
            <a:r>
              <a:rPr lang="zh-CN" sz="2800">
                <a:sym typeface="+mn-ea"/>
              </a:rPr>
              <a:t>维护与</a:t>
            </a:r>
            <a:r>
              <a:rPr lang="zh-CN" sz="2800">
                <a:sym typeface="+mn-ea"/>
              </a:rPr>
              <a:t>确认，即代表本次缺陷已经完成闭环管理。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" name="标题 6"/>
          <p:cNvSpPr>
            <a:spLocks noGrp="1"/>
          </p:cNvSpPr>
          <p:nvPr>
            <p:custDataLst>
              <p:tags r:id="rId2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巡检任务执行</a:t>
            </a:r>
            <a:endParaRPr 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35175"/>
            <a:ext cx="10896600" cy="215074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b="63070"/>
          <a:stretch>
            <a:fillRect/>
          </a:stretch>
        </p:blipFill>
        <p:spPr>
          <a:xfrm>
            <a:off x="685800" y="4603750"/>
            <a:ext cx="10896600" cy="201041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下箭头 7"/>
          <p:cNvSpPr/>
          <p:nvPr/>
        </p:nvSpPr>
        <p:spPr>
          <a:xfrm>
            <a:off x="5778500" y="4190365"/>
            <a:ext cx="242570" cy="39497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Group 4"/>
          <p:cNvGrpSpPr/>
          <p:nvPr/>
        </p:nvGrpSpPr>
        <p:grpSpPr>
          <a:xfrm>
            <a:off x="2834695" y="3345523"/>
            <a:ext cx="1728192" cy="1263829"/>
            <a:chOff x="909706" y="275790"/>
            <a:chExt cx="1296144" cy="947872"/>
          </a:xfrm>
        </p:grpSpPr>
        <p:sp>
          <p:nvSpPr>
            <p:cNvPr id="4" name="TextBox 5"/>
            <p:cNvSpPr txBox="1"/>
            <p:nvPr>
              <p:custDataLst>
                <p:tags r:id="rId1"/>
              </p:custDataLst>
            </p:nvPr>
          </p:nvSpPr>
          <p:spPr>
            <a:xfrm>
              <a:off x="909706" y="984429"/>
              <a:ext cx="1296144" cy="239233"/>
            </a:xfrm>
            <a:prstGeom prst="rect">
              <a:avLst/>
            </a:prstGeom>
            <a:noFill/>
          </p:spPr>
          <p:txBody>
            <a:bodyPr wrap="square" lIns="96000" tIns="0" rIns="96000" bIns="0" anchor="ctr" anchorCtr="1">
              <a:normAutofit/>
            </a:bodyPr>
            <a:p>
              <a:pPr algn="ctr" defTabSz="914400"/>
              <a:r>
                <a:rPr lang="en-US" altLang="zh-CN" sz="1865" dirty="0">
                  <a:solidFill>
                    <a:srgbClr val="778495"/>
                  </a:solidFill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CONTENTS</a:t>
              </a:r>
              <a:endParaRPr lang="en-US" altLang="zh-CN" sz="1865" dirty="0">
                <a:solidFill>
                  <a:srgbClr val="778495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  <p:sp>
          <p:nvSpPr>
            <p:cNvPr id="5" name="TextBox 6"/>
            <p:cNvSpPr txBox="1"/>
            <p:nvPr>
              <p:custDataLst>
                <p:tags r:id="rId2"/>
              </p:custDataLst>
            </p:nvPr>
          </p:nvSpPr>
          <p:spPr>
            <a:xfrm>
              <a:off x="909706" y="275790"/>
              <a:ext cx="1296144" cy="615553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rmAutofit/>
            </a:bodyPr>
            <a:p>
              <a:pPr algn="ctr" defTabSz="914400"/>
              <a:r>
                <a:rPr lang="zh-CN" altLang="en-US" sz="5335" b="1" dirty="0">
                  <a:solidFill>
                    <a:srgbClr val="8F9AA8"/>
                  </a:solidFill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目录</a:t>
              </a:r>
              <a:endParaRPr lang="zh-CN" altLang="en-US" sz="5335" b="1" dirty="0">
                <a:solidFill>
                  <a:srgbClr val="8F9AA8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</p:grpSp>
      <p:sp>
        <p:nvSpPr>
          <p:cNvPr id="28" name="Freeform: Shape 12"/>
          <p:cNvSpPr/>
          <p:nvPr>
            <p:custDataLst>
              <p:tags r:id="rId3"/>
            </p:custDataLst>
          </p:nvPr>
        </p:nvSpPr>
        <p:spPr bwMode="auto">
          <a:xfrm>
            <a:off x="4907280" y="2980690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二</a:t>
            </a:r>
            <a:endParaRPr lang="zh-CN" altLang="en-US" sz="3200" kern="0" dirty="0">
              <a:solidFill>
                <a:srgbClr val="FFFFFF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75" name="Freeform: Shape 12"/>
          <p:cNvSpPr/>
          <p:nvPr>
            <p:custDataLst>
              <p:tags r:id="rId4"/>
            </p:custDataLst>
          </p:nvPr>
        </p:nvSpPr>
        <p:spPr bwMode="auto">
          <a:xfrm>
            <a:off x="4907280" y="2240068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rgbClr val="C00000"/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chemeClr val="bg1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一</a:t>
            </a:r>
            <a:endParaRPr lang="zh-CN" altLang="en-US" sz="3200" kern="0" dirty="0">
              <a:solidFill>
                <a:schemeClr val="bg1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80" name="TextBox 19"/>
          <p:cNvSpPr txBox="1"/>
          <p:nvPr>
            <p:custDataLst>
              <p:tags r:id="rId5"/>
            </p:custDataLst>
          </p:nvPr>
        </p:nvSpPr>
        <p:spPr>
          <a:xfrm>
            <a:off x="5832475" y="2990215"/>
            <a:ext cx="4434205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巡检任务下发</a:t>
            </a:r>
            <a:endParaRPr lang="zh-CN" altLang="en-US" sz="2665" b="1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21" name="TextBox 19"/>
          <p:cNvSpPr txBox="1"/>
          <p:nvPr>
            <p:custDataLst>
              <p:tags r:id="rId7"/>
            </p:custDataLst>
          </p:nvPr>
        </p:nvSpPr>
        <p:spPr>
          <a:xfrm>
            <a:off x="5847715" y="2229485"/>
            <a:ext cx="5526405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595959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巡检标准管理</a:t>
            </a:r>
            <a:endParaRPr lang="zh-CN" altLang="en-US" sz="2665" b="1" dirty="0">
              <a:solidFill>
                <a:srgbClr val="595959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Freeform: Shape 12"/>
          <p:cNvSpPr/>
          <p:nvPr>
            <p:custDataLst>
              <p:tags r:id="rId8"/>
            </p:custDataLst>
          </p:nvPr>
        </p:nvSpPr>
        <p:spPr bwMode="auto">
          <a:xfrm>
            <a:off x="4907280" y="3721523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三</a:t>
            </a:r>
            <a:endParaRPr lang="zh-CN" altLang="en-US" sz="3200" kern="0" dirty="0">
              <a:solidFill>
                <a:srgbClr val="FFFFFF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6" name="TextBox 19"/>
          <p:cNvSpPr txBox="1"/>
          <p:nvPr>
            <p:custDataLst>
              <p:tags r:id="rId9"/>
            </p:custDataLst>
          </p:nvPr>
        </p:nvSpPr>
        <p:spPr>
          <a:xfrm>
            <a:off x="5832475" y="3796665"/>
            <a:ext cx="5085080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巡检任务执行</a:t>
            </a:r>
            <a:endParaRPr lang="zh-CN" altLang="en-US" sz="2665" b="1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0" name="Freeform: Shape 12"/>
          <p:cNvSpPr/>
          <p:nvPr>
            <p:custDataLst>
              <p:tags r:id="rId10"/>
            </p:custDataLst>
          </p:nvPr>
        </p:nvSpPr>
        <p:spPr bwMode="auto">
          <a:xfrm>
            <a:off x="4922520" y="4478443"/>
            <a:ext cx="612140" cy="697653"/>
          </a:xfrm>
          <a:custGeom>
            <a:avLst/>
            <a:gdLst>
              <a:gd name="T0" fmla="*/ 573 w 1146"/>
              <a:gd name="T1" fmla="*/ 0 h 1307"/>
              <a:gd name="T2" fmla="*/ 1146 w 1146"/>
              <a:gd name="T3" fmla="*/ 287 h 1307"/>
              <a:gd name="T4" fmla="*/ 1146 w 1146"/>
              <a:gd name="T5" fmla="*/ 1021 h 1307"/>
              <a:gd name="T6" fmla="*/ 573 w 1146"/>
              <a:gd name="T7" fmla="*/ 1307 h 1307"/>
              <a:gd name="T8" fmla="*/ 0 w 1146"/>
              <a:gd name="T9" fmla="*/ 1021 h 1307"/>
              <a:gd name="T10" fmla="*/ 0 w 1146"/>
              <a:gd name="T11" fmla="*/ 287 h 1307"/>
              <a:gd name="T12" fmla="*/ 573 w 1146"/>
              <a:gd name="T13" fmla="*/ 0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6" h="1307">
                <a:moveTo>
                  <a:pt x="573" y="0"/>
                </a:moveTo>
                <a:lnTo>
                  <a:pt x="1146" y="287"/>
                </a:lnTo>
                <a:lnTo>
                  <a:pt x="1146" y="1021"/>
                </a:lnTo>
                <a:lnTo>
                  <a:pt x="573" y="1307"/>
                </a:lnTo>
                <a:lnTo>
                  <a:pt x="0" y="1021"/>
                </a:lnTo>
                <a:lnTo>
                  <a:pt x="0" y="287"/>
                </a:lnTo>
                <a:lnTo>
                  <a:pt x="573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8575">
            <a:noFill/>
          </a:ln>
        </p:spPr>
        <p:txBody>
          <a:bodyPr vert="horz" wrap="none" lIns="121920" tIns="60960" rIns="121920" bIns="60960" anchor="ctr" anchorCtr="1" compatLnSpc="1">
            <a:norm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3200" kern="0" dirty="0">
                <a:solidFill>
                  <a:srgbClr val="FFFFFF"/>
                </a:solidFill>
                <a:latin typeface="Impact" panose="020B0806030902050204" pitchFamily="34" charset="0"/>
                <a:ea typeface="方正黑体简体" panose="02000000000000000000" pitchFamily="2" charset="-122"/>
                <a:sym typeface="+mn-ea"/>
              </a:rPr>
              <a:t>四</a:t>
            </a:r>
            <a:endParaRPr lang="zh-CN" altLang="en-US" sz="3200" kern="0" dirty="0">
              <a:solidFill>
                <a:srgbClr val="FFFFFF"/>
              </a:solidFill>
              <a:latin typeface="Impact" panose="020B0806030902050204" pitchFamily="34" charset="0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11" name="TextBox 19"/>
          <p:cNvSpPr txBox="1"/>
          <p:nvPr>
            <p:custDataLst>
              <p:tags r:id="rId11"/>
            </p:custDataLst>
          </p:nvPr>
        </p:nvSpPr>
        <p:spPr>
          <a:xfrm>
            <a:off x="5847715" y="4553585"/>
            <a:ext cx="3178810" cy="548005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rgbClr val="FF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ea"/>
                <a:sym typeface="+mn-lt"/>
              </a:rPr>
              <a:t>数据统计分析</a:t>
            </a:r>
            <a:endParaRPr lang="zh-CN" altLang="en-US" sz="2665" b="1" dirty="0">
              <a:solidFill>
                <a:srgbClr val="FF0000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+mn-ea"/>
              <a:sym typeface="+mn-lt"/>
            </a:endParaRPr>
          </a:p>
        </p:txBody>
      </p:sp>
    </p:spTree>
    <p:custDataLst>
      <p:tags r:id="rId12"/>
    </p:custDataLst>
  </p:cSld>
  <p:clrMapOvr>
    <a:masterClrMapping/>
  </p:clrMapOvr>
  <p:transition spd="slow"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2" name="标题 6"/>
          <p:cNvSpPr>
            <a:spLocks noGrp="1"/>
          </p:cNvSpPr>
          <p:nvPr>
            <p:custDataLst>
              <p:tags r:id="rId2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四、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数据统计分析</a:t>
            </a:r>
            <a:endParaRPr lang="zh-CN" sz="28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85" y="2326640"/>
            <a:ext cx="11360150" cy="402971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330200" y="1139825"/>
            <a:ext cx="11561445" cy="980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olidFill>
                  <a:schemeClr val="tx1"/>
                </a:solidFill>
              </a:rPr>
              <a:t>1.</a:t>
            </a:r>
            <a:r>
              <a:rPr lang="zh-CN" sz="2800">
                <a:solidFill>
                  <a:schemeClr val="tx1"/>
                </a:solidFill>
              </a:rPr>
              <a:t>巡检完成率、巡检任务、巡检区域等数据可在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油气站场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”--&gt;“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设备巡检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”--&gt;“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统计分析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中查看。</a:t>
            </a:r>
            <a:endParaRPr lang="zh-CN" altLang="en-US" sz="2800">
              <a:solidFill>
                <a:schemeClr val="tx1"/>
              </a:solidFill>
            </a:endParaRPr>
          </a:p>
          <a:p>
            <a:endParaRPr lang="zh-CN" altLang="en-US" sz="28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四、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数据统计分析</a:t>
            </a:r>
            <a:endParaRPr lang="zh-CN" sz="28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0" y="2092960"/>
            <a:ext cx="11290935" cy="410146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516890" y="1139825"/>
            <a:ext cx="112909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tx1"/>
                </a:solidFill>
              </a:rPr>
              <a:t>2.</a:t>
            </a:r>
            <a:r>
              <a:rPr lang="zh-CN" altLang="en-US" sz="2800">
                <a:solidFill>
                  <a:schemeClr val="tx1"/>
                </a:solidFill>
              </a:rPr>
              <a:t>巡检中发现的问题记录情况，可在事件中心板块</a:t>
            </a:r>
            <a:r>
              <a:rPr lang="en-US" altLang="zh-CN" sz="2800">
                <a:solidFill>
                  <a:srgbClr val="FF0000"/>
                </a:solidFill>
              </a:rPr>
              <a:t>“</a:t>
            </a:r>
            <a:r>
              <a:rPr lang="zh-CN" altLang="en-US" sz="2800">
                <a:solidFill>
                  <a:srgbClr val="FF0000"/>
                </a:solidFill>
              </a:rPr>
              <a:t>事件中心</a:t>
            </a:r>
            <a:r>
              <a:rPr lang="en-US" altLang="zh-CN" sz="2800">
                <a:solidFill>
                  <a:srgbClr val="FF0000"/>
                </a:solidFill>
              </a:rPr>
              <a:t>-</a:t>
            </a:r>
            <a:r>
              <a:rPr lang="zh-CN" altLang="en-US" sz="2800">
                <a:solidFill>
                  <a:srgbClr val="FF0000"/>
                </a:solidFill>
              </a:rPr>
              <a:t>列表</a:t>
            </a:r>
            <a:r>
              <a:rPr lang="en-US" altLang="zh-CN" sz="2800">
                <a:solidFill>
                  <a:srgbClr val="FF0000"/>
                </a:solidFill>
              </a:rPr>
              <a:t>”</a:t>
            </a:r>
            <a:r>
              <a:rPr lang="zh-CN" altLang="en-US" sz="2800">
                <a:solidFill>
                  <a:schemeClr val="tx1"/>
                </a:solidFill>
              </a:rPr>
              <a:t>查看。</a:t>
            </a:r>
            <a:endParaRPr lang="zh-CN" altLang="en-US" sz="28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55" y="1351915"/>
            <a:ext cx="10875645" cy="492379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四、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数据统计分析</a:t>
            </a:r>
            <a:endParaRPr lang="zh-CN" sz="28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四、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数据统计分析</a:t>
            </a:r>
            <a:endParaRPr lang="zh-CN" sz="28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6255" y="1139825"/>
            <a:ext cx="1129220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事件中心板块</a:t>
            </a:r>
            <a:r>
              <a:rPr lang="en-US" altLang="zh-CN" sz="2400">
                <a:solidFill>
                  <a:srgbClr val="FF0000"/>
                </a:solidFill>
              </a:rPr>
              <a:t>“</a:t>
            </a:r>
            <a:r>
              <a:rPr lang="zh-CN" altLang="en-US" sz="2400">
                <a:solidFill>
                  <a:srgbClr val="FF0000"/>
                </a:solidFill>
              </a:rPr>
              <a:t>事件中心</a:t>
            </a:r>
            <a:r>
              <a:rPr lang="en-US" altLang="zh-CN" sz="2400">
                <a:solidFill>
                  <a:srgbClr val="FF0000"/>
                </a:solidFill>
              </a:rPr>
              <a:t>-</a:t>
            </a:r>
            <a:r>
              <a:rPr lang="zh-CN" altLang="en-US" sz="2400">
                <a:solidFill>
                  <a:srgbClr val="FF0000"/>
                </a:solidFill>
              </a:rPr>
              <a:t>列表</a:t>
            </a:r>
            <a:r>
              <a:rPr lang="en-US" altLang="zh-CN" sz="2400">
                <a:solidFill>
                  <a:srgbClr val="FF0000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内容，可以在</a:t>
            </a:r>
            <a:r>
              <a:rPr lang="en-US" altLang="zh-CN" sz="2400">
                <a:solidFill>
                  <a:schemeClr val="tx1"/>
                </a:solidFill>
              </a:rPr>
              <a:t>HSE</a:t>
            </a:r>
            <a:r>
              <a:rPr lang="zh-CN" altLang="en-US" sz="2400">
                <a:solidFill>
                  <a:schemeClr val="tx1"/>
                </a:solidFill>
              </a:rPr>
              <a:t>管控一体化平台</a:t>
            </a:r>
            <a:r>
              <a:rPr lang="en-US" altLang="zh-CN" sz="2400">
                <a:solidFill>
                  <a:schemeClr val="tx1"/>
                </a:solidFill>
              </a:rPr>
              <a:t>→</a:t>
            </a:r>
            <a:r>
              <a:rPr lang="zh-CN" altLang="en-US" sz="2400">
                <a:solidFill>
                  <a:schemeClr val="tx1"/>
                </a:solidFill>
              </a:rPr>
              <a:t>安全管理</a:t>
            </a:r>
            <a:r>
              <a:rPr lang="en-US" altLang="zh-CN" sz="2400">
                <a:solidFill>
                  <a:schemeClr val="tx1"/>
                </a:solidFill>
              </a:rPr>
              <a:t>→</a:t>
            </a:r>
            <a:r>
              <a:rPr lang="zh-CN" altLang="en-US" sz="2400">
                <a:solidFill>
                  <a:schemeClr val="tx1"/>
                </a:solidFill>
              </a:rPr>
              <a:t>双重预防机制建设</a:t>
            </a:r>
            <a:r>
              <a:rPr lang="en-US" altLang="zh-CN" sz="2400">
                <a:solidFill>
                  <a:schemeClr val="tx1"/>
                </a:solidFill>
              </a:rPr>
              <a:t>→</a:t>
            </a:r>
            <a:r>
              <a:rPr lang="zh-CN" altLang="en-US" sz="2400">
                <a:solidFill>
                  <a:schemeClr val="tx1"/>
                </a:solidFill>
              </a:rPr>
              <a:t>隐患预清单查看</a:t>
            </a:r>
            <a:r>
              <a:rPr lang="zh-CN" altLang="en-US" sz="2800">
                <a:solidFill>
                  <a:schemeClr val="tx1"/>
                </a:solidFill>
              </a:rPr>
              <a:t>。</a:t>
            </a:r>
            <a:endParaRPr lang="zh-CN" altLang="en-US" sz="28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5" y="2151380"/>
            <a:ext cx="11463020" cy="408432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custDataLst>
      <p:tags r:id="rId4"/>
    </p:custData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四、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数据统计分析</a:t>
            </a:r>
            <a:endParaRPr lang="zh-CN" sz="28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6255" y="1139825"/>
            <a:ext cx="1129220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隐患预清单，对</a:t>
            </a:r>
            <a:r>
              <a:rPr lang="en-US" altLang="zh-CN" sz="2400">
                <a:solidFill>
                  <a:schemeClr val="tx1"/>
                </a:solidFill>
              </a:rPr>
              <a:t>IMS</a:t>
            </a:r>
            <a:r>
              <a:rPr lang="zh-CN" altLang="en-US" sz="2400">
                <a:solidFill>
                  <a:schemeClr val="tx1"/>
                </a:solidFill>
              </a:rPr>
              <a:t>系统关联过来的内容进行研判，可逐个选择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altLang="en-US" sz="2400">
                <a:solidFill>
                  <a:schemeClr val="tx1"/>
                </a:solidFill>
              </a:rPr>
              <a:t>纳入</a:t>
            </a:r>
            <a:r>
              <a:rPr lang="en-US" altLang="zh-CN" sz="2400">
                <a:solidFill>
                  <a:schemeClr val="tx1"/>
                </a:solidFill>
              </a:rPr>
              <a:t>/</a:t>
            </a:r>
            <a:r>
              <a:rPr lang="zh-CN" altLang="en-US" sz="2400">
                <a:solidFill>
                  <a:schemeClr val="tx1"/>
                </a:solidFill>
              </a:rPr>
              <a:t>不纳入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，也可以批量研判。选择</a:t>
            </a:r>
            <a:r>
              <a:rPr lang="en-US" altLang="zh-CN" sz="2400">
                <a:solidFill>
                  <a:schemeClr val="tx1"/>
                </a:solidFill>
              </a:rPr>
              <a:t>“</a:t>
            </a:r>
            <a:r>
              <a:rPr lang="zh-CN" altLang="en-US" sz="2400">
                <a:solidFill>
                  <a:schemeClr val="tx1"/>
                </a:solidFill>
              </a:rPr>
              <a:t>纳入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后可在隐患清单中进行管理，达到</a:t>
            </a:r>
            <a:r>
              <a:rPr lang="en-US" altLang="zh-CN" sz="2400">
                <a:solidFill>
                  <a:schemeClr val="tx1"/>
                </a:solidFill>
              </a:rPr>
              <a:t>IMS</a:t>
            </a:r>
            <a:r>
              <a:rPr lang="zh-CN" altLang="en-US" sz="2400">
                <a:solidFill>
                  <a:schemeClr val="tx1"/>
                </a:solidFill>
              </a:rPr>
              <a:t>系统和</a:t>
            </a:r>
            <a:r>
              <a:rPr lang="en-US" altLang="zh-CN" sz="2400">
                <a:solidFill>
                  <a:schemeClr val="tx1"/>
                </a:solidFill>
              </a:rPr>
              <a:t>HSE</a:t>
            </a:r>
            <a:r>
              <a:rPr lang="zh-CN" altLang="en-US" sz="2400">
                <a:solidFill>
                  <a:schemeClr val="tx1"/>
                </a:solidFill>
              </a:rPr>
              <a:t>系统之间数据链拉通的目的</a:t>
            </a:r>
            <a:r>
              <a:rPr lang="zh-CN" altLang="en-US" sz="2800">
                <a:solidFill>
                  <a:schemeClr val="tx1"/>
                </a:solidFill>
              </a:rPr>
              <a:t>。</a:t>
            </a:r>
            <a:endParaRPr lang="zh-CN" altLang="en-US" sz="28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" y="2470150"/>
            <a:ext cx="11251565" cy="399351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custDataLst>
      <p:tags r:id="rId4"/>
    </p:custData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904" tIns="60952" rIns="121904" bIns="60952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EFC946-6D13-4F8C-9740-992A906A613E}" type="slidenum">
              <a:rPr lang="zh-CN" altLang="en-US" sz="160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</a:fld>
            <a:endParaRPr lang="zh-CN" altLang="en-US" sz="160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2" name="标题 6"/>
          <p:cNvSpPr>
            <a:spLocks noGrp="1"/>
          </p:cNvSpPr>
          <p:nvPr>
            <p:custDataLst>
              <p:tags r:id="rId2"/>
            </p:custDataLst>
          </p:nvPr>
        </p:nvSpPr>
        <p:spPr>
          <a:xfrm flipH="1">
            <a:off x="596900" y="146685"/>
            <a:ext cx="5774690" cy="67754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28" tIns="45714" rIns="91428" bIns="45714" anchor="ctr" anchorCtr="0"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>
                <a:solidFill>
                  <a:srgbClr val="FF0000"/>
                </a:solidFill>
              </a:rPr>
              <a:t>四、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数据统计分析</a:t>
            </a:r>
            <a:endParaRPr lang="zh-CN" sz="28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" y="2707640"/>
            <a:ext cx="11798300" cy="364871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330200" y="1139825"/>
            <a:ext cx="1156144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问题：</a:t>
            </a:r>
            <a:r>
              <a:rPr lang="zh-CN" altLang="en-US" sz="2800">
                <a:solidFill>
                  <a:schemeClr val="tx1"/>
                </a:solidFill>
              </a:rPr>
              <a:t>设备巡检板块中的统计分析，无法链接出巡检过程中发现的异常项及事件处理率，此巡检统计分析模块的功能无法充分利用。此情况已经向</a:t>
            </a:r>
            <a:r>
              <a:rPr lang="en-US" altLang="zh-CN" sz="2800">
                <a:solidFill>
                  <a:schemeClr val="tx1"/>
                </a:solidFill>
              </a:rPr>
              <a:t>IMS</a:t>
            </a:r>
            <a:r>
              <a:rPr lang="zh-CN" altLang="en-US" sz="2800">
                <a:solidFill>
                  <a:schemeClr val="tx1"/>
                </a:solidFill>
              </a:rPr>
              <a:t>项目组进行反馈，待解决。</a:t>
            </a:r>
            <a:endParaRPr lang="zh-CN" altLang="en-US" sz="28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1045760"/>
            <a:ext cx="12192000" cy="5812240"/>
          </a:xfrm>
          <a:prstGeom prst="rect">
            <a:avLst/>
          </a:prstGeom>
          <a:blipFill dpi="0" rotWithShape="1">
            <a:blip r:embed="rId2" cstate="print">
              <a:alphaModFix amt="29000"/>
              <a:duotone>
                <a:prstClr val="black"/>
                <a:srgbClr val="E4E4E4">
                  <a:tint val="45000"/>
                  <a:satMod val="400000"/>
                </a:srgbClr>
              </a:duotone>
            </a:blip>
            <a:srcRect/>
            <a:tile tx="0" ty="0" sx="100000" sy="100000" flip="none" algn="tl"/>
          </a:blipFill>
        </p:spPr>
      </p:pic>
      <p:grpSp>
        <p:nvGrpSpPr>
          <p:cNvPr id="2" name="组合 9"/>
          <p:cNvGrpSpPr/>
          <p:nvPr/>
        </p:nvGrpSpPr>
        <p:grpSpPr bwMode="auto">
          <a:xfrm>
            <a:off x="2525795" y="2037456"/>
            <a:ext cx="7072313" cy="3482975"/>
            <a:chOff x="1358950" y="1173758"/>
            <a:chExt cx="7072312" cy="3482975"/>
          </a:xfrm>
        </p:grpSpPr>
        <p:sp>
          <p:nvSpPr>
            <p:cNvPr id="14" name="Freeform 5"/>
            <p:cNvSpPr/>
            <p:nvPr/>
          </p:nvSpPr>
          <p:spPr bwMode="auto">
            <a:xfrm>
              <a:off x="1358950" y="1173758"/>
              <a:ext cx="7072312" cy="3482975"/>
            </a:xfrm>
            <a:custGeom>
              <a:avLst/>
              <a:gdLst>
                <a:gd name="T0" fmla="*/ 97 w 9549"/>
                <a:gd name="T1" fmla="*/ 0 h 4700"/>
                <a:gd name="T2" fmla="*/ 9452 w 9549"/>
                <a:gd name="T3" fmla="*/ 0 h 4700"/>
                <a:gd name="T4" fmla="*/ 9549 w 9549"/>
                <a:gd name="T5" fmla="*/ 97 h 4700"/>
                <a:gd name="T6" fmla="*/ 9549 w 9549"/>
                <a:gd name="T7" fmla="*/ 4603 h 4700"/>
                <a:gd name="T8" fmla="*/ 9452 w 9549"/>
                <a:gd name="T9" fmla="*/ 4700 h 4700"/>
                <a:gd name="T10" fmla="*/ 97 w 9549"/>
                <a:gd name="T11" fmla="*/ 4700 h 4700"/>
                <a:gd name="T12" fmla="*/ 0 w 9549"/>
                <a:gd name="T13" fmla="*/ 4603 h 4700"/>
                <a:gd name="T14" fmla="*/ 0 w 9549"/>
                <a:gd name="T15" fmla="*/ 97 h 4700"/>
                <a:gd name="T16" fmla="*/ 97 w 9549"/>
                <a:gd name="T17" fmla="*/ 0 h 4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49" h="4700">
                  <a:moveTo>
                    <a:pt x="97" y="0"/>
                  </a:moveTo>
                  <a:lnTo>
                    <a:pt x="9452" y="0"/>
                  </a:lnTo>
                  <a:cubicBezTo>
                    <a:pt x="9505" y="0"/>
                    <a:pt x="9549" y="43"/>
                    <a:pt x="9549" y="97"/>
                  </a:cubicBezTo>
                  <a:lnTo>
                    <a:pt x="9549" y="4603"/>
                  </a:lnTo>
                  <a:cubicBezTo>
                    <a:pt x="9549" y="4656"/>
                    <a:pt x="9505" y="4700"/>
                    <a:pt x="9452" y="4700"/>
                  </a:cubicBezTo>
                  <a:lnTo>
                    <a:pt x="97" y="4700"/>
                  </a:lnTo>
                  <a:cubicBezTo>
                    <a:pt x="44" y="4700"/>
                    <a:pt x="0" y="4656"/>
                    <a:pt x="0" y="4603"/>
                  </a:cubicBezTo>
                  <a:lnTo>
                    <a:pt x="0" y="97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</a:endParaRPr>
            </a:p>
          </p:txBody>
        </p:sp>
        <p:sp>
          <p:nvSpPr>
            <p:cNvPr id="15" name="Freeform 8"/>
            <p:cNvSpPr/>
            <p:nvPr/>
          </p:nvSpPr>
          <p:spPr bwMode="auto">
            <a:xfrm>
              <a:off x="7851825" y="4077295"/>
              <a:ext cx="579437" cy="579438"/>
            </a:xfrm>
            <a:custGeom>
              <a:avLst/>
              <a:gdLst>
                <a:gd name="T0" fmla="*/ 429344344 w 782"/>
                <a:gd name="T1" fmla="*/ 0 h 782"/>
                <a:gd name="T2" fmla="*/ 429344344 w 782"/>
                <a:gd name="T3" fmla="*/ 376089322 h 782"/>
                <a:gd name="T4" fmla="*/ 376087932 w 782"/>
                <a:gd name="T5" fmla="*/ 429345826 h 782"/>
                <a:gd name="T6" fmla="*/ 0 w 782"/>
                <a:gd name="T7" fmla="*/ 429345826 h 782"/>
                <a:gd name="T8" fmla="*/ 429344344 w 782"/>
                <a:gd name="T9" fmla="*/ 0 h 7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2"/>
                <a:gd name="T16" fmla="*/ 0 h 782"/>
                <a:gd name="T17" fmla="*/ 782 w 782"/>
                <a:gd name="T18" fmla="*/ 782 h 7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2" h="782">
                  <a:moveTo>
                    <a:pt x="782" y="0"/>
                  </a:moveTo>
                  <a:lnTo>
                    <a:pt x="782" y="685"/>
                  </a:lnTo>
                  <a:cubicBezTo>
                    <a:pt x="782" y="738"/>
                    <a:pt x="738" y="782"/>
                    <a:pt x="685" y="782"/>
                  </a:cubicBezTo>
                  <a:lnTo>
                    <a:pt x="0" y="78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C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Freeform 6"/>
          <p:cNvSpPr/>
          <p:nvPr/>
        </p:nvSpPr>
        <p:spPr bwMode="auto">
          <a:xfrm>
            <a:off x="2527407" y="1808868"/>
            <a:ext cx="2071901" cy="170057"/>
          </a:xfrm>
          <a:custGeom>
            <a:avLst/>
            <a:gdLst>
              <a:gd name="T0" fmla="*/ 136659308 w 3270"/>
              <a:gd name="T1" fmla="*/ 143716476 h 261"/>
              <a:gd name="T2" fmla="*/ 1794686735 w 3270"/>
              <a:gd name="T3" fmla="*/ 143716476 h 261"/>
              <a:gd name="T4" fmla="*/ 1658576431 w 3270"/>
              <a:gd name="T5" fmla="*/ 0 h 261"/>
              <a:gd name="T6" fmla="*/ 0 w 3270"/>
              <a:gd name="T7" fmla="*/ 0 h 261"/>
              <a:gd name="T8" fmla="*/ 136659308 w 3270"/>
              <a:gd name="T9" fmla="*/ 143716476 h 2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70"/>
              <a:gd name="T16" fmla="*/ 0 h 261"/>
              <a:gd name="T17" fmla="*/ 3270 w 3270"/>
              <a:gd name="T18" fmla="*/ 261 h 2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70" h="261">
                <a:moveTo>
                  <a:pt x="249" y="261"/>
                </a:moveTo>
                <a:lnTo>
                  <a:pt x="3270" y="261"/>
                </a:lnTo>
                <a:lnTo>
                  <a:pt x="3022" y="0"/>
                </a:lnTo>
                <a:lnTo>
                  <a:pt x="0" y="0"/>
                </a:lnTo>
                <a:lnTo>
                  <a:pt x="249" y="261"/>
                </a:lnTo>
                <a:close/>
              </a:path>
            </a:pathLst>
          </a:custGeom>
          <a:solidFill>
            <a:srgbClr val="C00000"/>
          </a:solidFill>
          <a:ln w="9525">
            <a:noFill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23"/>
          <p:cNvSpPr txBox="1">
            <a:spLocks noChangeArrowheads="1"/>
          </p:cNvSpPr>
          <p:nvPr/>
        </p:nvSpPr>
        <p:spPr bwMode="auto">
          <a:xfrm>
            <a:off x="2874767" y="2028560"/>
            <a:ext cx="698500" cy="11068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6600" b="1" dirty="0">
                <a:solidFill>
                  <a:srgbClr val="F8F8F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zh-CN" altLang="en-US" sz="6600" b="1" dirty="0">
              <a:solidFill>
                <a:srgbClr val="F8F8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24"/>
          <p:cNvSpPr txBox="1">
            <a:spLocks noChangeArrowheads="1"/>
          </p:cNvSpPr>
          <p:nvPr/>
        </p:nvSpPr>
        <p:spPr bwMode="auto">
          <a:xfrm>
            <a:off x="2527063" y="3090252"/>
            <a:ext cx="7096835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haroni" panose="02010803020104030203" pitchFamily="2" charset="-79"/>
                <a:sym typeface="Century Gothic" panose="020B0502020202020204" pitchFamily="34" charset="0"/>
              </a:rPr>
              <a:t>汇报完毕、谢谢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haroni" panose="02010803020104030203" pitchFamily="2" charset="-79"/>
                <a:sym typeface="Century Gothic" panose="020B0502020202020204" pitchFamily="34" charset="0"/>
              </a:rPr>
              <a:t>！</a:t>
            </a: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haroni" panose="02010803020104030203" pitchFamily="2" charset="-79"/>
                <a:sym typeface="Century Gothic" panose="020B0502020202020204" pitchFamily="34" charset="0"/>
              </a:rPr>
              <a:t> </a:t>
            </a:r>
            <a:endParaRPr lang="en-US" altLang="zh-CN" sz="4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haroni" panose="02010803020104030203" pitchFamily="2" charset="-79"/>
              <a:sym typeface="Century Gothic" panose="020B0502020202020204" pitchFamily="34" charset="0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64.xml><?xml version="1.0" encoding="utf-8"?>
<p:tagLst xmlns:p="http://schemas.openxmlformats.org/presentationml/2006/main">
  <p:tag name="KSO_WM_BEAUTIFY_FLAG" val="#wm#"/>
  <p:tag name="KSO_WM_UNIT_ID" val="_1**"/>
  <p:tag name="KSO_WM_TAG_VERSION" val="3.0"/>
  <p:tag name="KSO_WM_UNIT_LAYERLEVEL" val="1"/>
  <p:tag name="KSO_WM_TEMPLATE_INDEX" val="69368"/>
  <p:tag name="KSO_WM_TEMPLATE_CATEGORY" val="custom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6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6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68.xml><?xml version="1.0" encoding="utf-8"?>
<p:tagLst xmlns:p="http://schemas.openxmlformats.org/presentationml/2006/main">
  <p:tag name="LayoutZOrder" val="2"/>
  <p:tag name="KSO_WM_UNIT_ID" val="_3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69.xml><?xml version="1.0" encoding="utf-8"?>
<p:tagLst xmlns:p="http://schemas.openxmlformats.org/presentationml/2006/main">
  <p:tag name="KSO_WM_BEAUTIFY_FLAG" val="#wm#"/>
  <p:tag name="KSO_WM_UNIT_ID" val="_3**"/>
  <p:tag name="KSO_WM_TAG_VERSION" val="3.0"/>
  <p:tag name="KSO_WM_UNIT_LAYERLEVEL" val="1"/>
  <p:tag name="KSO_WM_TEMPLATE_INDEX" val="69368"/>
  <p:tag name="KSO_WM_TEMPLATE_CATEGORY" val="custom"/>
</p:tagLst>
</file>

<file path=ppt/tags/tag7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7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72.xml><?xml version="1.0" encoding="utf-8"?>
<p:tagLst xmlns:p="http://schemas.openxmlformats.org/presentationml/2006/main">
  <p:tag name="THINKCELLSHAPEDONOTDELETE" val="tSQMOvhPK2TZUXGJ8IjbhBQ"/>
  <p:tag name="KSO_WM_UNIT_ID" val="_4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7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7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7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7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7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7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7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8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8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8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8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8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8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8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8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8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8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9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9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9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9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9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95.xml><?xml version="1.0" encoding="utf-8"?>
<p:tagLst xmlns:p="http://schemas.openxmlformats.org/presentationml/2006/main">
  <p:tag name="THINKCELLSHAPEDONOTDELETE" val="tSQMOvhPK2TZUXGJ8IjbhBQ"/>
  <p:tag name="KSO_WM_UNIT_ID" val="_7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9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9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9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9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00.xml><?xml version="1.0" encoding="utf-8"?>
<p:tagLst xmlns:p="http://schemas.openxmlformats.org/presentationml/2006/main">
  <p:tag name="THINKCELLSHAPEDONOTDELETE" val="thinkcellActiveDocDoNotDelete"/>
  <p:tag name="KSO_WM_UNIT_ID" val="_7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01.xml><?xml version="1.0" encoding="utf-8"?>
<p:tagLst xmlns:p="http://schemas.openxmlformats.org/presentationml/2006/main">
  <p:tag name="THINKCELLSHAPEDONOTDELETE" val="tvgBTwi8tlzZMo3YIvc39qA"/>
  <p:tag name="KSO_WM_UNIT_ID" val="_7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0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0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0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0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0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0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0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0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1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1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1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1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TEMPLATE_INDEX" val="69368"/>
  <p:tag name="KSO_WM_TEMPLATE_CATEGORY" val="custom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TEMPLATE_INDEX" val="69368"/>
  <p:tag name="KSO_WM_TEMPLATE_CATEGORY" val="custom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TEMPLATE_INDEX" val="69368"/>
  <p:tag name="KSO_WM_TEMPLATE_CATEGORY" val="custom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TEMPLATE_INDEX" val="69368"/>
  <p:tag name="KSO_WM_TEMPLATE_CATEGORY" val="custom"/>
</p:tagLst>
</file>

<file path=ppt/tags/tag118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19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20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21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22.xml><?xml version="1.0" encoding="utf-8"?>
<p:tagLst xmlns:p="http://schemas.openxmlformats.org/presentationml/2006/main">
  <p:tag name="KSO_WM_UNIT_ID" val="_13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23.xml><?xml version="1.0" encoding="utf-8"?>
<p:tagLst xmlns:p="http://schemas.openxmlformats.org/presentationml/2006/main">
  <p:tag name="KSO_WM_UNIT_ID" val="_13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24.xml><?xml version="1.0" encoding="utf-8"?>
<p:tagLst xmlns:p="http://schemas.openxmlformats.org/presentationml/2006/main">
  <p:tag name="KSO_WM_UNIT_ID" val="_13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2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2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2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69368"/>
  <p:tag name="KSO_WM_TEMPLATE_CATEGORY" val="custom"/>
</p:tagLst>
</file>

<file path=ppt/tags/tag12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1*d*1"/>
  <p:tag name="KSO_WM_UNIT_LAYERLEVEL" val="1"/>
</p:tagLst>
</file>

<file path=ppt/tags/tag1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69368_1*a*1"/>
  <p:tag name="KSO_WM_UNIT_LAYERLEVEL" val="1"/>
  <p:tag name="KSO_WM_TEMPLATE_INDEX" val="69368"/>
  <p:tag name="KSO_WM_TEMPLATE_CATEGORY" val="custom"/>
</p:tagLst>
</file>

<file path=ppt/tags/tag130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0,90,960,390"/>
  <p:tag name="KSO_WM_SLIDE_SUBTYPE" val="pureTxt"/>
  <p:tag name="KSO_WM_SLIDE_ITEM_CNT" val="0"/>
  <p:tag name="KSO_WM_TEMPLATE_INDEX" val="69368"/>
  <p:tag name="KSO_WM_SLIDE_THEME_ID" val="20237852"/>
  <p:tag name="KSO_WM_SLIDE_INDEX" val="1"/>
  <p:tag name="KSO_WM_BEAUTIFY_FLAG" val="#wm#"/>
  <p:tag name="KSO_WM_TEMPLATE_CATEGORY" val="custom"/>
  <p:tag name="KSO_WM_TEMPLATE_THUMBS_INDEX" val="1、5"/>
  <p:tag name="KSO_WM_SLIDE_ID" val="custom69368_1"/>
  <p:tag name="KSO_WM_SLIDE_LAYOUT" val="a_d_f"/>
  <p:tag name="KSO_WM_SLIDE_LAYOUT_CNT" val="1_1_1"/>
</p:tagLst>
</file>

<file path=ppt/tags/tag131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3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33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TEMPLATE_PLACEHOLDER_POS" val="0,60,880,540"/>
  <p:tag name="KSO_WM_TEMPLATE_PLACEHOLDER_POS2" val="303.054,60,880,540"/>
  <p:tag name="KSO_WM_SLIDE_SUBTYPE" val="diag"/>
  <p:tag name="KSO_WM_SLIDE_ITEM_CNT" val="3"/>
  <p:tag name="KSO_WM_TEMPLATE_INDEX" val="69368"/>
  <p:tag name="KSO_WM_SLIDE_THEME_ID" val="20231882"/>
  <p:tag name="KSO_WM_SLIDE_INDEX" val="2"/>
  <p:tag name="KSO_WM_BEAUTIFY_FLAG" val="#wm#"/>
  <p:tag name="KSO_WM_TEMPLATE_CATEGORY" val="custom"/>
  <p:tag name="KSO_WM_ASSEMBLE_CHIP_INDEX" val="diag"/>
  <p:tag name="KSO_WM_DIAGRAM_GROUP_CODE" val="l1-1"/>
  <p:tag name="KSO_WM_SLIDE_ID" val="custom69368_2"/>
  <p:tag name="KSO_WM_SLIDE_LAYOUT" val="a_b_i_l"/>
  <p:tag name="KSO_WM_SLIDE_LAYOUT_CNT" val="1_1_1_1"/>
</p:tagLst>
</file>

<file path=ppt/tags/tag1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b*1"/>
  <p:tag name="KSO_WM_DIAGRAM_GROUP_CODE" val="l1-1"/>
  <p:tag name="KSO_WM_DIAGRAM_COLOR_TRICK" val="1"/>
  <p:tag name="KSO_WM_DIAGRAM_COLOR_TEXT_CAN_REMOVE" val="n"/>
  <p:tag name="KSO_WM_UNIT_LAYERLEVEL" val="1"/>
</p:tagLst>
</file>

<file path=ppt/tags/tag1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TEMPLATE_INDEX" val="69368"/>
  <p:tag name="KSO_WM_TEMPLATE_CATEGORY" val="custom"/>
  <p:tag name="KSO_WM_UNIT_ID" val="custom69368_2*a*1"/>
  <p:tag name="KSO_WM_DIAGRAM_GROUP_CODE" val="l1-1"/>
  <p:tag name="KSO_WM_DIAGRAM_COLOR_TRICK" val="1"/>
  <p:tag name="KSO_WM_DIAGRAM_COLOR_TEXT_CAN_REMOVE" val="n"/>
  <p:tag name="KSO_WM_UNIT_LAYERLEVEL" val="1"/>
</p:tagLst>
</file>

<file path=ppt/tags/tag136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UNIT_PRESET_TEXT" val="一"/>
  <p:tag name="KSO_WM_TEMPLATE_INDEX" val="69368"/>
  <p:tag name="KSO_WM_TEMPLATE_CATEGORY" val="custom"/>
  <p:tag name="KSO_WM_UNIT_ID" val="custom69368_2*l_h_i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137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138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BEAUTIFY_FLAG" val="#wm#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139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40.xml><?xml version="1.0" encoding="utf-8"?>
<p:tagLst xmlns:p="http://schemas.openxmlformats.org/presentationml/2006/main">
  <p:tag name="KSO_WM_UNIT_TYPE" val="l_h_f"/>
  <p:tag name="KSO_WM_UNIT_SUBTYPE" val="a"/>
  <p:tag name="KSO_WM_UNIT_INDEX" val="1_1_1"/>
  <p:tag name="KSO_WM_BEAUTIFY_FLAG" val="#wm#"/>
  <p:tag name="KSO_WM_TAG_VERSION" val="3.0"/>
  <p:tag name="KSO_WM_DIAGRAM_VERSION" val="3"/>
  <p:tag name="KSO_WM_UNIT_PRESET_TEXT" val="湖南公司基本情况"/>
  <p:tag name="KSO_WM_TEMPLATE_INDEX" val="69368"/>
  <p:tag name="KSO_WM_TEMPLATE_CATEGORY" val="custom"/>
  <p:tag name="KSO_WM_UNIT_ID" val="custom69368_2*l_h_f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141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142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143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144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145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TEMPLATE_PLACEHOLDER_POS" val="0,60,880,540"/>
  <p:tag name="KSO_WM_TEMPLATE_PLACEHOLDER_POS2" val="303.054,60,880,540"/>
  <p:tag name="KSO_WM_SLIDE_SUBTYPE" val="diag"/>
  <p:tag name="KSO_WM_SLIDE_ITEM_CNT" val="3"/>
  <p:tag name="KSO_WM_TEMPLATE_INDEX" val="69368"/>
  <p:tag name="KSO_WM_SLIDE_THEME_ID" val="20231882"/>
  <p:tag name="KSO_WM_SLIDE_INDEX" val="2"/>
  <p:tag name="KSO_WM_BEAUTIFY_FLAG" val="#wm#"/>
  <p:tag name="KSO_WM_TEMPLATE_CATEGORY" val="custom"/>
  <p:tag name="KSO_WM_ASSEMBLE_CHIP_INDEX" val="diag"/>
  <p:tag name="KSO_WM_DIAGRAM_GROUP_CODE" val="l1-1"/>
  <p:tag name="KSO_WM_SLIDE_ID" val="custom69368_2"/>
  <p:tag name="KSO_WM_SLIDE_LAYOUT" val="a_b_i_l"/>
  <p:tag name="KSO_WM_SLIDE_LAYOUT_CNT" val="1_1_1_1"/>
</p:tagLst>
</file>

<file path=ppt/tags/tag1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47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48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49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51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53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54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5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57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58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60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61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6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63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64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66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67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69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70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72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73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7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75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b*1"/>
  <p:tag name="KSO_WM_DIAGRAM_GROUP_CODE" val="l1-1"/>
  <p:tag name="KSO_WM_DIAGRAM_COLOR_TRICK" val="1"/>
  <p:tag name="KSO_WM_DIAGRAM_COLOR_TEXT_CAN_REMOVE" val="n"/>
  <p:tag name="KSO_WM_UNIT_LAYERLEVEL" val="1"/>
</p:tagLst>
</file>

<file path=ppt/tags/tag1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TEMPLATE_INDEX" val="69368"/>
  <p:tag name="KSO_WM_TEMPLATE_CATEGORY" val="custom"/>
  <p:tag name="KSO_WM_UNIT_ID" val="custom69368_2*a*1"/>
  <p:tag name="KSO_WM_DIAGRAM_GROUP_CODE" val="l1-1"/>
  <p:tag name="KSO_WM_DIAGRAM_COLOR_TRICK" val="1"/>
  <p:tag name="KSO_WM_DIAGRAM_COLOR_TEXT_CAN_REMOVE" val="n"/>
  <p:tag name="KSO_WM_UNIT_LAYERLEVEL" val="1"/>
</p:tagLst>
</file>

<file path=ppt/tags/tag178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UNIT_PRESET_TEXT" val="一"/>
  <p:tag name="KSO_WM_TEMPLATE_INDEX" val="69368"/>
  <p:tag name="KSO_WM_TEMPLATE_CATEGORY" val="custom"/>
  <p:tag name="KSO_WM_UNIT_ID" val="custom69368_2*l_h_i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179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180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BEAUTIFY_FLAG" val="#wm#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181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82.xml><?xml version="1.0" encoding="utf-8"?>
<p:tagLst xmlns:p="http://schemas.openxmlformats.org/presentationml/2006/main">
  <p:tag name="KSO_WM_UNIT_TYPE" val="l_h_f"/>
  <p:tag name="KSO_WM_UNIT_SUBTYPE" val="a"/>
  <p:tag name="KSO_WM_UNIT_INDEX" val="1_1_1"/>
  <p:tag name="KSO_WM_BEAUTIFY_FLAG" val="#wm#"/>
  <p:tag name="KSO_WM_TAG_VERSION" val="3.0"/>
  <p:tag name="KSO_WM_DIAGRAM_VERSION" val="3"/>
  <p:tag name="KSO_WM_UNIT_PRESET_TEXT" val="湖南公司基本情况"/>
  <p:tag name="KSO_WM_TEMPLATE_INDEX" val="69368"/>
  <p:tag name="KSO_WM_TEMPLATE_CATEGORY" val="custom"/>
  <p:tag name="KSO_WM_UNIT_ID" val="custom69368_2*l_h_f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183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184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185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186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187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TEMPLATE_PLACEHOLDER_POS" val="0,60,880,540"/>
  <p:tag name="KSO_WM_TEMPLATE_PLACEHOLDER_POS2" val="303.054,60,880,540"/>
  <p:tag name="KSO_WM_SLIDE_SUBTYPE" val="diag"/>
  <p:tag name="KSO_WM_SLIDE_ITEM_CNT" val="3"/>
  <p:tag name="KSO_WM_TEMPLATE_INDEX" val="69368"/>
  <p:tag name="KSO_WM_SLIDE_THEME_ID" val="20231882"/>
  <p:tag name="KSO_WM_SLIDE_INDEX" val="2"/>
  <p:tag name="KSO_WM_BEAUTIFY_FLAG" val="#wm#"/>
  <p:tag name="KSO_WM_TEMPLATE_CATEGORY" val="custom"/>
  <p:tag name="KSO_WM_ASSEMBLE_CHIP_INDEX" val="diag"/>
  <p:tag name="KSO_WM_DIAGRAM_GROUP_CODE" val="l1-1"/>
  <p:tag name="KSO_WM_SLIDE_ID" val="custom69368_2"/>
  <p:tag name="KSO_WM_SLIDE_LAYOUT" val="a_b_i_l"/>
  <p:tag name="KSO_WM_SLIDE_LAYOUT_CNT" val="1_1_1_1"/>
</p:tagLst>
</file>

<file path=ppt/tags/tag18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89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90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91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9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93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94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9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96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197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1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199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00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0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02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03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05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06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08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09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11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1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b*1"/>
  <p:tag name="KSO_WM_DIAGRAM_GROUP_CODE" val="l1-1"/>
  <p:tag name="KSO_WM_DIAGRAM_COLOR_TRICK" val="1"/>
  <p:tag name="KSO_WM_DIAGRAM_COLOR_TEXT_CAN_REMOVE" val="n"/>
  <p:tag name="KSO_WM_UNIT_LAYERLEVEL" val="1"/>
</p:tagLst>
</file>

<file path=ppt/tags/tag2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TEMPLATE_INDEX" val="69368"/>
  <p:tag name="KSO_WM_TEMPLATE_CATEGORY" val="custom"/>
  <p:tag name="KSO_WM_UNIT_ID" val="custom69368_2*a*1"/>
  <p:tag name="KSO_WM_DIAGRAM_GROUP_CODE" val="l1-1"/>
  <p:tag name="KSO_WM_DIAGRAM_COLOR_TRICK" val="1"/>
  <p:tag name="KSO_WM_DIAGRAM_COLOR_TEXT_CAN_REMOVE" val="n"/>
  <p:tag name="KSO_WM_UNIT_LAYERLEVEL" val="1"/>
</p:tagLst>
</file>

<file path=ppt/tags/tag214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UNIT_PRESET_TEXT" val="一"/>
  <p:tag name="KSO_WM_TEMPLATE_INDEX" val="69368"/>
  <p:tag name="KSO_WM_TEMPLATE_CATEGORY" val="custom"/>
  <p:tag name="KSO_WM_UNIT_ID" val="custom69368_2*l_h_i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215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216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BEAUTIFY_FLAG" val="#wm#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217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18.xml><?xml version="1.0" encoding="utf-8"?>
<p:tagLst xmlns:p="http://schemas.openxmlformats.org/presentationml/2006/main">
  <p:tag name="KSO_WM_UNIT_TYPE" val="l_h_f"/>
  <p:tag name="KSO_WM_UNIT_SUBTYPE" val="a"/>
  <p:tag name="KSO_WM_UNIT_INDEX" val="1_1_1"/>
  <p:tag name="KSO_WM_BEAUTIFY_FLAG" val="#wm#"/>
  <p:tag name="KSO_WM_TAG_VERSION" val="3.0"/>
  <p:tag name="KSO_WM_DIAGRAM_VERSION" val="3"/>
  <p:tag name="KSO_WM_UNIT_PRESET_TEXT" val="湖南公司基本情况"/>
  <p:tag name="KSO_WM_TEMPLATE_INDEX" val="69368"/>
  <p:tag name="KSO_WM_TEMPLATE_CATEGORY" val="custom"/>
  <p:tag name="KSO_WM_UNIT_ID" val="custom69368_2*l_h_f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219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220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221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222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223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TEMPLATE_PLACEHOLDER_POS" val="0,60,880,540"/>
  <p:tag name="KSO_WM_TEMPLATE_PLACEHOLDER_POS2" val="303.054,60,880,540"/>
  <p:tag name="KSO_WM_SLIDE_SUBTYPE" val="diag"/>
  <p:tag name="KSO_WM_SLIDE_ITEM_CNT" val="3"/>
  <p:tag name="KSO_WM_TEMPLATE_INDEX" val="69368"/>
  <p:tag name="KSO_WM_SLIDE_THEME_ID" val="20231882"/>
  <p:tag name="KSO_WM_SLIDE_INDEX" val="2"/>
  <p:tag name="KSO_WM_BEAUTIFY_FLAG" val="#wm#"/>
  <p:tag name="KSO_WM_TEMPLATE_CATEGORY" val="custom"/>
  <p:tag name="KSO_WM_ASSEMBLE_CHIP_INDEX" val="diag"/>
  <p:tag name="KSO_WM_DIAGRAM_GROUP_CODE" val="l1-1"/>
  <p:tag name="KSO_WM_SLIDE_ID" val="custom69368_2"/>
  <p:tag name="KSO_WM_SLIDE_LAYOUT" val="a_b_i_l"/>
  <p:tag name="KSO_WM_SLIDE_LAYOUT_CNT" val="1_1_1_1"/>
</p:tagLst>
</file>

<file path=ppt/tags/tag2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26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27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29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30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32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33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35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36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38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39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41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42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44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4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47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48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4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50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51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53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5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b*1"/>
  <p:tag name="KSO_WM_DIAGRAM_GROUP_CODE" val="l1-1"/>
  <p:tag name="KSO_WM_DIAGRAM_COLOR_TRICK" val="1"/>
  <p:tag name="KSO_WM_DIAGRAM_COLOR_TEXT_CAN_REMOVE" val="n"/>
  <p:tag name="KSO_WM_UNIT_LAYERLEVEL" val="1"/>
</p:tagLst>
</file>

<file path=ppt/tags/tag2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TEMPLATE_INDEX" val="69368"/>
  <p:tag name="KSO_WM_TEMPLATE_CATEGORY" val="custom"/>
  <p:tag name="KSO_WM_UNIT_ID" val="custom69368_2*a*1"/>
  <p:tag name="KSO_WM_DIAGRAM_GROUP_CODE" val="l1-1"/>
  <p:tag name="KSO_WM_DIAGRAM_COLOR_TRICK" val="1"/>
  <p:tag name="KSO_WM_DIAGRAM_COLOR_TEXT_CAN_REMOVE" val="n"/>
  <p:tag name="KSO_WM_UNIT_LAYERLEVEL" val="1"/>
</p:tagLst>
</file>

<file path=ppt/tags/tag256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UNIT_PRESET_TEXT" val="一"/>
  <p:tag name="KSO_WM_TEMPLATE_INDEX" val="69368"/>
  <p:tag name="KSO_WM_TEMPLATE_CATEGORY" val="custom"/>
  <p:tag name="KSO_WM_UNIT_ID" val="custom69368_2*l_h_i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257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258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BEAUTIFY_FLAG" val="#wm#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259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60.xml><?xml version="1.0" encoding="utf-8"?>
<p:tagLst xmlns:p="http://schemas.openxmlformats.org/presentationml/2006/main">
  <p:tag name="KSO_WM_UNIT_TYPE" val="l_h_f"/>
  <p:tag name="KSO_WM_UNIT_SUBTYPE" val="a"/>
  <p:tag name="KSO_WM_UNIT_INDEX" val="1_1_1"/>
  <p:tag name="KSO_WM_BEAUTIFY_FLAG" val="#wm#"/>
  <p:tag name="KSO_WM_TAG_VERSION" val="3.0"/>
  <p:tag name="KSO_WM_DIAGRAM_VERSION" val="3"/>
  <p:tag name="KSO_WM_UNIT_PRESET_TEXT" val="湖南公司基本情况"/>
  <p:tag name="KSO_WM_TEMPLATE_INDEX" val="69368"/>
  <p:tag name="KSO_WM_TEMPLATE_CATEGORY" val="custom"/>
  <p:tag name="KSO_WM_UNIT_ID" val="custom69368_2*l_h_f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253.18330708661415,&quot;left&quot;:338.2,&quot;top&quot;:147.73330708661416,&quot;width&quot;:565.7333858267717}"/>
</p:tagLst>
</file>

<file path=ppt/tags/tag261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262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263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UNIT_PRESET_TEXT" val="二"/>
  <p:tag name="KSO_WM_TEMPLATE_INDEX" val="69368"/>
  <p:tag name="KSO_WM_TEMPLATE_CATEGORY" val="custom"/>
  <p:tag name="KSO_WM_UNIT_ID" val="custom69368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264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TAG_VERSION" val="3.0"/>
  <p:tag name="KSO_WM_DIAGRAM_VERSION" val="3"/>
  <p:tag name="KSO_WM_UNIT_PRESET_TEXT" val="两级管理改革情况"/>
  <p:tag name="KSO_WM_TEMPLATE_INDEX" val="69368"/>
  <p:tag name="KSO_WM_TEMPLATE_CATEGORY" val="custom"/>
  <p:tag name="KSO_WM_UNIT_ID" val="custom69368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143.5166141732283,&quot;left&quot;:344.55,&quot;top&quot;:219.9,&quot;width&quot;:540.4333858267717}"/>
</p:tagLst>
</file>

<file path=ppt/tags/tag265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TEMPLATE_PLACEHOLDER_POS" val="0,60,880,540"/>
  <p:tag name="KSO_WM_TEMPLATE_PLACEHOLDER_POS2" val="303.054,60,880,540"/>
  <p:tag name="KSO_WM_SLIDE_SUBTYPE" val="diag"/>
  <p:tag name="KSO_WM_SLIDE_ITEM_CNT" val="3"/>
  <p:tag name="KSO_WM_TEMPLATE_INDEX" val="69368"/>
  <p:tag name="KSO_WM_SLIDE_THEME_ID" val="20231882"/>
  <p:tag name="KSO_WM_SLIDE_INDEX" val="2"/>
  <p:tag name="KSO_WM_BEAUTIFY_FLAG" val="#wm#"/>
  <p:tag name="KSO_WM_TEMPLATE_CATEGORY" val="custom"/>
  <p:tag name="KSO_WM_ASSEMBLE_CHIP_INDEX" val="diag"/>
  <p:tag name="KSO_WM_DIAGRAM_GROUP_CODE" val="l1-1"/>
  <p:tag name="KSO_WM_SLIDE_ID" val="custom69368_2"/>
  <p:tag name="KSO_WM_SLIDE_LAYOUT" val="a_b_i_l"/>
  <p:tag name="KSO_WM_SLIDE_LAYOUT_CNT" val="1_1_1_1"/>
</p:tagLst>
</file>

<file path=ppt/tags/tag266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6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68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70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71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72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74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76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77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79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80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81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9368"/>
  <p:tag name="KSO_WM_TEMPLATE_CATEGORY" val="custom"/>
  <p:tag name="KSO_WM_UNIT_ID" val="custom69368_2*i*1"/>
  <p:tag name="KSO_WM_DIAGRAM_GROUP_CODE" val="l1-1"/>
  <p:tag name="KSO_WM_DIAGRAM_COLOR_TRICK" val="1"/>
  <p:tag name="KSO_WM_DIAGRAM_COLOR_TEXT_CAN_REMOVE" val="n"/>
  <p:tag name="KSO_WM_UNIT_LAYERLEVEL" val="1"/>
</p:tagLst>
</file>

<file path=ppt/tags/tag28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69368_4*a*1"/>
  <p:tag name="KSO_WM_UNIT_LAYERLEVEL" val="1"/>
  <p:tag name="KSO_WM_TEMPLATE_INDEX" val="69368"/>
  <p:tag name="KSO_WM_TEMPLATE_CATEGORY" val="custom"/>
</p:tagLst>
</file>

<file path=ppt/tags/tag283.xml><?xml version="1.0" encoding="utf-8"?>
<p:tagLst xmlns:p="http://schemas.openxmlformats.org/presentationml/2006/main">
  <p:tag name="KSO_WM_SLIDE_ID" val="diagram2023320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69368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961.049*402.115"/>
  <p:tag name="KSO_WM_SLIDE_POSITION" val="-1.04874*137.885"/>
</p:tagLst>
</file>

<file path=ppt/tags/tag284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方正黑体简体"/>
        <a:cs typeface=""/>
      </a:majorFont>
      <a:minorFont>
        <a:latin typeface="Arial"/>
        <a:ea typeface="方正黑体简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自定义 94">
      <a:dk1>
        <a:sysClr val="windowText" lastClr="000000"/>
      </a:dk1>
      <a:lt1>
        <a:sysClr val="window" lastClr="FFFFFF"/>
      </a:lt1>
      <a:dk2>
        <a:srgbClr val="5A6378"/>
      </a:dk2>
      <a:lt2>
        <a:srgbClr val="7F7F7F"/>
      </a:lt2>
      <a:accent1>
        <a:srgbClr val="005390"/>
      </a:accent1>
      <a:accent2>
        <a:srgbClr val="00B0F0"/>
      </a:accent2>
      <a:accent3>
        <a:srgbClr val="005390"/>
      </a:accent3>
      <a:accent4>
        <a:srgbClr val="00B0F0"/>
      </a:accent4>
      <a:accent5>
        <a:srgbClr val="005390"/>
      </a:accent5>
      <a:accent6>
        <a:srgbClr val="00B0F0"/>
      </a:accent6>
      <a:hlink>
        <a:srgbClr val="168BBA"/>
      </a:hlink>
      <a:folHlink>
        <a:srgbClr val="680000"/>
      </a:folHlink>
    </a:clrScheme>
    <a:fontScheme name="tpimc0tq">
      <a:majorFont>
        <a:latin typeface="方正黑体简体"/>
        <a:ea typeface="方正黑体简体"/>
        <a:cs typeface=""/>
      </a:majorFont>
      <a:minorFont>
        <a:latin typeface="方正黑体简体"/>
        <a:ea typeface="方正黑体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1946</Words>
  <Application>WPS 演示</Application>
  <PresentationFormat>宽屏</PresentationFormat>
  <Paragraphs>315</Paragraphs>
  <Slides>41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41</vt:i4>
      </vt:variant>
    </vt:vector>
  </HeadingPairs>
  <TitlesOfParts>
    <vt:vector size="60" baseType="lpstr">
      <vt:lpstr>Arial</vt:lpstr>
      <vt:lpstr>宋体</vt:lpstr>
      <vt:lpstr>Wingdings</vt:lpstr>
      <vt:lpstr>方正黑体简体</vt:lpstr>
      <vt:lpstr>Wingdings</vt:lpstr>
      <vt:lpstr>Arial</vt:lpstr>
      <vt:lpstr>Agfa Rotis Sans Serif</vt:lpstr>
      <vt:lpstr>华文楷体</vt:lpstr>
      <vt:lpstr>Calibri</vt:lpstr>
      <vt:lpstr>方正小标宋简体</vt:lpstr>
      <vt:lpstr>Impact</vt:lpstr>
      <vt:lpstr>微软雅黑</vt:lpstr>
      <vt:lpstr>Arial Unicode MS</vt:lpstr>
      <vt:lpstr>Aharoni</vt:lpstr>
      <vt:lpstr>Yu Gothic UI Semibold</vt:lpstr>
      <vt:lpstr>Century Gothic</vt:lpstr>
      <vt:lpstr>Segoe Print</vt:lpstr>
      <vt:lpstr>WPS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wuchu</dc:creator>
  <cp:lastModifiedBy>Smile</cp:lastModifiedBy>
  <cp:revision>308</cp:revision>
  <dcterms:created xsi:type="dcterms:W3CDTF">2019-06-19T02:08:00Z</dcterms:created>
  <dcterms:modified xsi:type="dcterms:W3CDTF">2025-12-23T06:44:30Z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D4F8F2109862433F90D1B77535192178_11</vt:lpwstr>
  </property>
</Properties>
</file>