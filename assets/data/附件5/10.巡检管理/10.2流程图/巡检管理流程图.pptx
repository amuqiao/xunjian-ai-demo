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2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E4FE"/>
    <a:srgbClr val="FFF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27"/>
        <p:guide pos="2838"/>
      </p:guideLst>
    </p:cSldViewPr>
  </p:slide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矩形 40"/>
          <p:cNvSpPr/>
          <p:nvPr/>
        </p:nvSpPr>
        <p:spPr>
          <a:xfrm>
            <a:off x="3275965" y="5913120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3275965" y="4985385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3275965" y="4133215"/>
            <a:ext cx="901700" cy="719455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96240" y="5946140"/>
            <a:ext cx="1223645" cy="575945"/>
          </a:xfrm>
          <a:prstGeom prst="rect">
            <a:avLst/>
          </a:prstGeom>
          <a:solidFill>
            <a:srgbClr val="FFFE95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078990" y="4032885"/>
            <a:ext cx="901700" cy="80391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078990" y="1991360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1851660" y="164465"/>
            <a:ext cx="0" cy="6499225"/>
          </a:xfrm>
          <a:prstGeom prst="line">
            <a:avLst/>
          </a:prstGeom>
          <a:ln w="6350" cap="flat" cmpd="sng" algn="ctr">
            <a:solidFill>
              <a:srgbClr val="00B05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684530" y="685800"/>
            <a:ext cx="701675" cy="65722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6920" y="836930"/>
            <a:ext cx="6477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Start</a:t>
            </a:r>
            <a:endParaRPr lang="en-US" altLang="zh-CN" sz="1200"/>
          </a:p>
        </p:txBody>
      </p:sp>
      <p:sp>
        <p:nvSpPr>
          <p:cNvPr id="9" name="矩形 8"/>
          <p:cNvSpPr/>
          <p:nvPr/>
        </p:nvSpPr>
        <p:spPr>
          <a:xfrm>
            <a:off x="381000" y="2059305"/>
            <a:ext cx="1223645" cy="575945"/>
          </a:xfrm>
          <a:prstGeom prst="rect">
            <a:avLst/>
          </a:prstGeom>
          <a:solidFill>
            <a:srgbClr val="FFFE95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77190" y="3141980"/>
            <a:ext cx="1223645" cy="575945"/>
          </a:xfrm>
          <a:prstGeom prst="rect">
            <a:avLst/>
          </a:prstGeom>
          <a:solidFill>
            <a:srgbClr val="FFFE95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8620" y="3141345"/>
            <a:ext cx="1226185" cy="46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生产监视与应急指挥中心监视岗</a:t>
            </a:r>
            <a:endParaRPr lang="zh-CN" altLang="en-US" sz="1200"/>
          </a:p>
        </p:txBody>
      </p:sp>
      <p:sp>
        <p:nvSpPr>
          <p:cNvPr id="14" name="文本框 13"/>
          <p:cNvSpPr txBox="1"/>
          <p:nvPr/>
        </p:nvSpPr>
        <p:spPr>
          <a:xfrm>
            <a:off x="388620" y="2204720"/>
            <a:ext cx="11931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生产部专业岗</a:t>
            </a:r>
            <a:endParaRPr lang="zh-CN" altLang="en-US" sz="1200"/>
          </a:p>
        </p:txBody>
      </p:sp>
      <p:cxnSp>
        <p:nvCxnSpPr>
          <p:cNvPr id="22" name="直接连接符 21"/>
          <p:cNvCxnSpPr/>
          <p:nvPr/>
        </p:nvCxnSpPr>
        <p:spPr>
          <a:xfrm>
            <a:off x="377190" y="2854325"/>
            <a:ext cx="8540115" cy="0"/>
          </a:xfrm>
          <a:prstGeom prst="line">
            <a:avLst/>
          </a:prstGeom>
          <a:ln w="6350" cap="flat" cmpd="sng" algn="ctr"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</a:gra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52095" y="3935095"/>
            <a:ext cx="8540115" cy="0"/>
          </a:xfrm>
          <a:prstGeom prst="line">
            <a:avLst/>
          </a:prstGeom>
          <a:ln w="6350" cap="flat" cmpd="sng" algn="ctr"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</a:gra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2051685" y="4185285"/>
            <a:ext cx="958215" cy="534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002</a:t>
            </a:r>
            <a:r>
              <a:rPr lang="zh-CN" altLang="en-US" sz="1000"/>
              <a:t>编制、审核作业区巡检方案</a:t>
            </a:r>
            <a:endParaRPr lang="zh-CN" altLang="en-US" sz="1000"/>
          </a:p>
        </p:txBody>
      </p:sp>
      <p:sp>
        <p:nvSpPr>
          <p:cNvPr id="105" name="文本框 104"/>
          <p:cNvSpPr txBox="1"/>
          <p:nvPr/>
        </p:nvSpPr>
        <p:spPr>
          <a:xfrm>
            <a:off x="8031480" y="908685"/>
            <a:ext cx="6477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End</a:t>
            </a:r>
            <a:endParaRPr lang="en-US" altLang="zh-CN" sz="1200"/>
          </a:p>
        </p:txBody>
      </p:sp>
      <p:sp>
        <p:nvSpPr>
          <p:cNvPr id="106" name="椭圆 105"/>
          <p:cNvSpPr/>
          <p:nvPr/>
        </p:nvSpPr>
        <p:spPr>
          <a:xfrm>
            <a:off x="7970520" y="766445"/>
            <a:ext cx="636270" cy="61150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2703830" y="405130"/>
            <a:ext cx="3745865" cy="689610"/>
          </a:xfrm>
          <a:prstGeom prst="rect">
            <a:avLst/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</a:gra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2560320" y="571500"/>
            <a:ext cx="383032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/>
              <a:t>巡检管理流程图</a:t>
            </a:r>
            <a:endParaRPr lang="zh-CN" altLang="en-US" sz="2000"/>
          </a:p>
        </p:txBody>
      </p:sp>
      <p:cxnSp>
        <p:nvCxnSpPr>
          <p:cNvPr id="33" name="直接连接符 32"/>
          <p:cNvCxnSpPr/>
          <p:nvPr/>
        </p:nvCxnSpPr>
        <p:spPr>
          <a:xfrm>
            <a:off x="252095" y="1878965"/>
            <a:ext cx="8540115" cy="0"/>
          </a:xfrm>
          <a:prstGeom prst="line">
            <a:avLst/>
          </a:prstGeom>
          <a:ln w="6350" cap="flat" cmpd="sng" algn="ctr"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</a:gra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2047875" y="4102100"/>
            <a:ext cx="958215" cy="163385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7651115" y="1356995"/>
            <a:ext cx="1271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新的巡检表已上传</a:t>
            </a:r>
            <a:r>
              <a:rPr lang="en-US" altLang="zh-CN" sz="1400"/>
              <a:t>IMS</a:t>
            </a:r>
            <a:r>
              <a:rPr lang="zh-CN" altLang="en-US" sz="1400"/>
              <a:t>系统</a:t>
            </a:r>
            <a:endParaRPr lang="zh-CN" altLang="en-US" sz="1400"/>
          </a:p>
        </p:txBody>
      </p:sp>
      <p:sp>
        <p:nvSpPr>
          <p:cNvPr id="95" name="文本框 94"/>
          <p:cNvSpPr txBox="1"/>
          <p:nvPr/>
        </p:nvSpPr>
        <p:spPr>
          <a:xfrm>
            <a:off x="400685" y="1356995"/>
            <a:ext cx="14770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/>
              <a:t>场站阀室设备已投产运行</a:t>
            </a:r>
            <a:endParaRPr lang="zh-CN" sz="1400"/>
          </a:p>
        </p:txBody>
      </p:sp>
      <p:cxnSp>
        <p:nvCxnSpPr>
          <p:cNvPr id="2" name="直接连接符 1"/>
          <p:cNvCxnSpPr/>
          <p:nvPr/>
        </p:nvCxnSpPr>
        <p:spPr>
          <a:xfrm>
            <a:off x="235585" y="4923155"/>
            <a:ext cx="8540115" cy="0"/>
          </a:xfrm>
          <a:prstGeom prst="line">
            <a:avLst/>
          </a:prstGeom>
          <a:ln w="6350" cap="flat" cmpd="sng" algn="ctr"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</a:gra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77190" y="4102100"/>
            <a:ext cx="1223645" cy="575945"/>
          </a:xfrm>
          <a:prstGeom prst="rect">
            <a:avLst/>
          </a:prstGeom>
          <a:solidFill>
            <a:srgbClr val="FFFE95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1165" y="5937885"/>
            <a:ext cx="1193165" cy="46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作业区运维岗</a:t>
            </a:r>
            <a:endParaRPr lang="zh-CN" altLang="en-US" sz="1200"/>
          </a:p>
        </p:txBody>
      </p:sp>
      <p:sp>
        <p:nvSpPr>
          <p:cNvPr id="12" name="文本框 11"/>
          <p:cNvSpPr txBox="1"/>
          <p:nvPr/>
        </p:nvSpPr>
        <p:spPr>
          <a:xfrm>
            <a:off x="2055495" y="1929130"/>
            <a:ext cx="869950" cy="774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001</a:t>
            </a:r>
            <a:r>
              <a:rPr lang="zh-CN" altLang="en-US" sz="1000"/>
              <a:t>制定巡检通用巡检标准和巡检方案模版</a:t>
            </a:r>
            <a:endParaRPr lang="zh-CN" altLang="en-US" sz="1000"/>
          </a:p>
        </p:txBody>
      </p:sp>
      <p:cxnSp>
        <p:nvCxnSpPr>
          <p:cNvPr id="36" name="肘形连接符 35"/>
          <p:cNvCxnSpPr>
            <a:stCxn id="7" idx="3"/>
            <a:endCxn id="12" idx="0"/>
          </p:cNvCxnSpPr>
          <p:nvPr/>
        </p:nvCxnSpPr>
        <p:spPr>
          <a:xfrm>
            <a:off x="1404620" y="974725"/>
            <a:ext cx="1085850" cy="954405"/>
          </a:xfrm>
          <a:prstGeom prst="bentConnector2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77190" y="4176395"/>
            <a:ext cx="1193165" cy="46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ym typeface="+mn-ea"/>
              </a:rPr>
              <a:t>作业区分管领导</a:t>
            </a:r>
            <a:endParaRPr lang="zh-CN" altLang="en-US" sz="1200"/>
          </a:p>
        </p:txBody>
      </p:sp>
      <p:cxnSp>
        <p:nvCxnSpPr>
          <p:cNvPr id="25" name="直接连接符 24"/>
          <p:cNvCxnSpPr/>
          <p:nvPr/>
        </p:nvCxnSpPr>
        <p:spPr>
          <a:xfrm>
            <a:off x="219075" y="5839460"/>
            <a:ext cx="8540115" cy="0"/>
          </a:xfrm>
          <a:prstGeom prst="line">
            <a:avLst/>
          </a:prstGeom>
          <a:ln w="6350" cap="flat" cmpd="sng" algn="ctr"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</a:gra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96240" y="5068570"/>
            <a:ext cx="1223645" cy="575945"/>
          </a:xfrm>
          <a:prstGeom prst="rect">
            <a:avLst/>
          </a:prstGeom>
          <a:solidFill>
            <a:srgbClr val="FFFE95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作业区工艺专业岗</a:t>
            </a:r>
            <a:endParaRPr lang="zh-CN" altLang="en-US" sz="1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078990" y="4977765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2051685" y="5068570"/>
            <a:ext cx="958215" cy="534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002</a:t>
            </a:r>
            <a:r>
              <a:rPr lang="zh-CN" altLang="en-US" sz="1000"/>
              <a:t>编制、审核作业区巡检方案</a:t>
            </a:r>
            <a:endParaRPr lang="zh-CN" altLang="en-US" sz="1000"/>
          </a:p>
        </p:txBody>
      </p:sp>
      <p:sp>
        <p:nvSpPr>
          <p:cNvPr id="32" name="文本框 31"/>
          <p:cNvSpPr txBox="1"/>
          <p:nvPr/>
        </p:nvSpPr>
        <p:spPr>
          <a:xfrm>
            <a:off x="3226435" y="4130040"/>
            <a:ext cx="958215" cy="786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003</a:t>
            </a:r>
            <a:r>
              <a:rPr lang="zh-CN" altLang="en-US" sz="1000"/>
              <a:t>编制、审核作业区巡检标准</a:t>
            </a:r>
            <a:endParaRPr lang="zh-CN" altLang="en-US" sz="1000"/>
          </a:p>
        </p:txBody>
      </p:sp>
      <p:sp>
        <p:nvSpPr>
          <p:cNvPr id="42" name="矩形 41"/>
          <p:cNvSpPr/>
          <p:nvPr/>
        </p:nvSpPr>
        <p:spPr>
          <a:xfrm>
            <a:off x="4428490" y="5913120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004IMS系统下发巡检任务</a:t>
            </a:r>
            <a:endParaRPr lang="en-US" altLang="zh-CN" sz="10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542280" y="5911215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5542280" y="4130040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5542280" y="3038475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6733540" y="5911215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226435" y="4102100"/>
            <a:ext cx="1005840" cy="258826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5507990" y="3006090"/>
            <a:ext cx="1005205" cy="365887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733540" y="4032885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6733540" y="3068955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6732270" y="1952625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6660515" y="1917065"/>
            <a:ext cx="1005840" cy="291973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7811770" y="5937885"/>
            <a:ext cx="901700" cy="750570"/>
          </a:xfrm>
          <a:prstGeom prst="rect">
            <a:avLst/>
          </a:prstGeom>
          <a:gradFill flip="none">
            <a:gsLst>
              <a:gs pos="53000">
                <a:srgbClr val="F5FAFB">
                  <a:alpha val="100000"/>
                </a:srgbClr>
              </a:gs>
              <a:gs pos="63000">
                <a:srgbClr val="EEF7F8">
                  <a:alpha val="10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4" name="直接箭头连接符 53"/>
          <p:cNvCxnSpPr/>
          <p:nvPr/>
        </p:nvCxnSpPr>
        <p:spPr>
          <a:xfrm>
            <a:off x="2484120" y="2708910"/>
            <a:ext cx="0" cy="13677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3060065" y="5372735"/>
            <a:ext cx="14414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4232275" y="6286500"/>
            <a:ext cx="14414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V="1">
            <a:off x="5330190" y="6287135"/>
            <a:ext cx="14414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V="1">
            <a:off x="6588125" y="6285865"/>
            <a:ext cx="14414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 flipV="1">
            <a:off x="7164070" y="4869180"/>
            <a:ext cx="0" cy="10083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肘形连接符 63"/>
          <p:cNvCxnSpPr>
            <a:stCxn id="52" idx="3"/>
            <a:endCxn id="53" idx="0"/>
          </p:cNvCxnSpPr>
          <p:nvPr/>
        </p:nvCxnSpPr>
        <p:spPr>
          <a:xfrm>
            <a:off x="7666355" y="3376930"/>
            <a:ext cx="596265" cy="2560955"/>
          </a:xfrm>
          <a:prstGeom prst="bentConnector2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肘形连接符 65"/>
          <p:cNvCxnSpPr>
            <a:stCxn id="53" idx="3"/>
            <a:endCxn id="105" idx="3"/>
          </p:cNvCxnSpPr>
          <p:nvPr/>
        </p:nvCxnSpPr>
        <p:spPr>
          <a:xfrm flipH="1" flipV="1">
            <a:off x="8679180" y="1046480"/>
            <a:ext cx="34290" cy="5266690"/>
          </a:xfrm>
          <a:prstGeom prst="bentConnector3">
            <a:avLst>
              <a:gd name="adj1" fmla="val -694444"/>
            </a:avLst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202305" y="4977765"/>
            <a:ext cx="958215" cy="786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003</a:t>
            </a:r>
            <a:r>
              <a:rPr lang="zh-CN" altLang="en-US" sz="1000"/>
              <a:t>编制、审核作业区巡检标准</a:t>
            </a:r>
            <a:endParaRPr lang="zh-CN" altLang="en-US" sz="1000"/>
          </a:p>
        </p:txBody>
      </p:sp>
      <p:sp>
        <p:nvSpPr>
          <p:cNvPr id="68" name="文本框 67"/>
          <p:cNvSpPr txBox="1"/>
          <p:nvPr/>
        </p:nvSpPr>
        <p:spPr>
          <a:xfrm>
            <a:off x="3209925" y="5907405"/>
            <a:ext cx="958215" cy="786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003</a:t>
            </a:r>
            <a:r>
              <a:rPr lang="zh-CN" altLang="en-US" sz="1000"/>
              <a:t>编制、审核作业区巡检标准</a:t>
            </a:r>
            <a:endParaRPr lang="zh-CN" altLang="en-US" sz="1000"/>
          </a:p>
        </p:txBody>
      </p:sp>
      <p:sp>
        <p:nvSpPr>
          <p:cNvPr id="69" name="文本框 68"/>
          <p:cNvSpPr txBox="1"/>
          <p:nvPr/>
        </p:nvSpPr>
        <p:spPr>
          <a:xfrm>
            <a:off x="5507990" y="3213100"/>
            <a:ext cx="958215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005</a:t>
            </a:r>
            <a:r>
              <a:rPr lang="zh-CN" altLang="en-US" sz="1000"/>
              <a:t>实施巡检</a:t>
            </a:r>
            <a:endParaRPr lang="zh-CN" altLang="en-US" sz="1000"/>
          </a:p>
        </p:txBody>
      </p:sp>
      <p:sp>
        <p:nvSpPr>
          <p:cNvPr id="71" name="文本框 70"/>
          <p:cNvSpPr txBox="1"/>
          <p:nvPr/>
        </p:nvSpPr>
        <p:spPr>
          <a:xfrm>
            <a:off x="5508625" y="4226560"/>
            <a:ext cx="958215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005</a:t>
            </a:r>
            <a:r>
              <a:rPr lang="zh-CN" altLang="en-US" sz="1000"/>
              <a:t>实施巡检</a:t>
            </a:r>
            <a:endParaRPr lang="zh-CN" altLang="en-US" sz="1000"/>
          </a:p>
        </p:txBody>
      </p:sp>
      <p:sp>
        <p:nvSpPr>
          <p:cNvPr id="72" name="文本框 71"/>
          <p:cNvSpPr txBox="1"/>
          <p:nvPr/>
        </p:nvSpPr>
        <p:spPr>
          <a:xfrm>
            <a:off x="5507990" y="6028690"/>
            <a:ext cx="958215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005</a:t>
            </a:r>
            <a:r>
              <a:rPr lang="zh-CN" altLang="en-US" sz="1000"/>
              <a:t>实施巡检</a:t>
            </a:r>
            <a:endParaRPr lang="zh-CN" altLang="en-US" sz="1000"/>
          </a:p>
        </p:txBody>
      </p:sp>
      <p:sp>
        <p:nvSpPr>
          <p:cNvPr id="73" name="文本框 72"/>
          <p:cNvSpPr txBox="1"/>
          <p:nvPr/>
        </p:nvSpPr>
        <p:spPr>
          <a:xfrm>
            <a:off x="6733540" y="5957570"/>
            <a:ext cx="835660" cy="741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006</a:t>
            </a:r>
            <a:r>
              <a:rPr lang="zh-CN" altLang="en-US" sz="1000"/>
              <a:t>巡检问题上报</a:t>
            </a:r>
            <a:endParaRPr lang="zh-CN" altLang="en-US" sz="1000"/>
          </a:p>
        </p:txBody>
      </p:sp>
      <p:sp>
        <p:nvSpPr>
          <p:cNvPr id="74" name="文本框 73"/>
          <p:cNvSpPr txBox="1"/>
          <p:nvPr/>
        </p:nvSpPr>
        <p:spPr>
          <a:xfrm>
            <a:off x="6733540" y="4004945"/>
            <a:ext cx="835660" cy="741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007</a:t>
            </a:r>
            <a:r>
              <a:rPr lang="zh-CN" altLang="en-US" sz="1000"/>
              <a:t>巡检考核</a:t>
            </a:r>
            <a:endParaRPr lang="zh-CN" altLang="en-US" sz="1000"/>
          </a:p>
        </p:txBody>
      </p:sp>
      <p:sp>
        <p:nvSpPr>
          <p:cNvPr id="75" name="文本框 74"/>
          <p:cNvSpPr txBox="1"/>
          <p:nvPr/>
        </p:nvSpPr>
        <p:spPr>
          <a:xfrm>
            <a:off x="6733540" y="3006090"/>
            <a:ext cx="835660" cy="741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007</a:t>
            </a:r>
            <a:r>
              <a:rPr lang="zh-CN" altLang="en-US" sz="1000"/>
              <a:t>巡检考核</a:t>
            </a:r>
            <a:endParaRPr lang="zh-CN" altLang="en-US" sz="1000"/>
          </a:p>
        </p:txBody>
      </p:sp>
      <p:sp>
        <p:nvSpPr>
          <p:cNvPr id="76" name="文本框 75"/>
          <p:cNvSpPr txBox="1"/>
          <p:nvPr/>
        </p:nvSpPr>
        <p:spPr>
          <a:xfrm>
            <a:off x="6733540" y="1967230"/>
            <a:ext cx="835660" cy="741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007</a:t>
            </a:r>
            <a:r>
              <a:rPr lang="zh-CN" altLang="en-US" sz="1000"/>
              <a:t>巡检考核</a:t>
            </a:r>
            <a:endParaRPr lang="zh-CN" altLang="en-US" sz="1000"/>
          </a:p>
        </p:txBody>
      </p:sp>
      <p:sp>
        <p:nvSpPr>
          <p:cNvPr id="77" name="文本框 76"/>
          <p:cNvSpPr txBox="1"/>
          <p:nvPr/>
        </p:nvSpPr>
        <p:spPr>
          <a:xfrm>
            <a:off x="7843520" y="5951855"/>
            <a:ext cx="835660" cy="741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008</a:t>
            </a:r>
            <a:r>
              <a:rPr lang="zh-CN" altLang="en-US" sz="1000"/>
              <a:t>巡检标准修改完善</a:t>
            </a:r>
            <a:endParaRPr lang="zh-CN" alt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</Words>
  <Application>WPS 演示</Application>
  <PresentationFormat/>
  <Paragraphs>50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wps</dc:creator>
  <cp:lastModifiedBy>。。。</cp:lastModifiedBy>
  <cp:revision>14</cp:revision>
  <dcterms:created xsi:type="dcterms:W3CDTF">2025-12-29T17:05:00Z</dcterms:created>
  <dcterms:modified xsi:type="dcterms:W3CDTF">2026-02-02T07:55:38Z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A5FB1E6DEC8C96A23FB4526911F27EAA_42</vt:lpwstr>
  </property>
</Properties>
</file>